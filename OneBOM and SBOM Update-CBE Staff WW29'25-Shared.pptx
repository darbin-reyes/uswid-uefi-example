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3" r:id="rId4"/>
  </p:sldMasterIdLst>
  <p:notesMasterIdLst>
    <p:notesMasterId r:id="rId28"/>
  </p:notesMasterIdLst>
  <p:handoutMasterIdLst>
    <p:handoutMasterId r:id="rId29"/>
  </p:handoutMasterIdLst>
  <p:sldIdLst>
    <p:sldId id="2134806051" r:id="rId5"/>
    <p:sldId id="2142534857" r:id="rId6"/>
    <p:sldId id="2134806053" r:id="rId7"/>
    <p:sldId id="2147471902" r:id="rId8"/>
    <p:sldId id="2134806055" r:id="rId9"/>
    <p:sldId id="2147471904" r:id="rId10"/>
    <p:sldId id="2142534855" r:id="rId11"/>
    <p:sldId id="2147471905" r:id="rId12"/>
    <p:sldId id="2134806057" r:id="rId13"/>
    <p:sldId id="2147471736" r:id="rId14"/>
    <p:sldId id="2147471733" r:id="rId15"/>
    <p:sldId id="2134806061" r:id="rId16"/>
    <p:sldId id="2134806054" r:id="rId17"/>
    <p:sldId id="2134806058" r:id="rId18"/>
    <p:sldId id="2147471906" r:id="rId19"/>
    <p:sldId id="2147471907" r:id="rId20"/>
    <p:sldId id="2147471908" r:id="rId21"/>
    <p:sldId id="2142534848" r:id="rId22"/>
    <p:sldId id="2142534853" r:id="rId23"/>
    <p:sldId id="2142534852" r:id="rId24"/>
    <p:sldId id="2142534854" r:id="rId25"/>
    <p:sldId id="2147471901" r:id="rId26"/>
    <p:sldId id="2147471909" r:id="rId27"/>
  </p:sldIdLst>
  <p:sldSz cx="12192000" cy="6858000"/>
  <p:notesSz cx="6858000" cy="9144000"/>
  <p:embeddedFontLst>
    <p:embeddedFont>
      <p:font typeface="IntelOne Display Regular" panose="020B0604020202020204" charset="0"/>
      <p:regular r:id="rId30"/>
    </p:embeddedFont>
    <p:embeddedFont>
      <p:font typeface="IntelOne Text" panose="020B0503020203020204" pitchFamily="34" charset="0"/>
      <p:regular r:id="rId31"/>
      <p:italic r:id="rId32"/>
    </p:embeddedFont>
    <p:embeddedFont>
      <p:font typeface="IntelOne Text Medium" panose="020B0703020203020204" pitchFamily="34" charset="0"/>
      <p:regular r:id="rId33"/>
      <p: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2D4F66-D933-48B9-8FF2-A1C8EF9B7461}" v="432" dt="2025-07-17T08:49:04.695"/>
    <p1510:client id="{F03A805B-EC32-4257-9180-6347C43772FE}" v="1" dt="2025-07-17T09:05:21.938"/>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310" autoAdjust="0"/>
    <p:restoredTop sz="96220" autoAdjust="0"/>
  </p:normalViewPr>
  <p:slideViewPr>
    <p:cSldViewPr snapToGrid="0" snapToObjects="1" showGuides="1">
      <p:cViewPr varScale="1">
        <p:scale>
          <a:sx n="103" d="100"/>
          <a:sy n="103" d="100"/>
        </p:scale>
        <p:origin x="114" y="180"/>
      </p:cViewPr>
      <p:guideLst>
        <p:guide orient="horz" pos="2160"/>
        <p:guide pos="3840"/>
      </p:guideLst>
    </p:cSldViewPr>
  </p:slideViewPr>
  <p:outlineViewPr>
    <p:cViewPr>
      <p:scale>
        <a:sx n="33" d="100"/>
        <a:sy n="33" d="100"/>
      </p:scale>
      <p:origin x="0" y="-17429"/>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56" d="100"/>
          <a:sy n="56" d="100"/>
        </p:scale>
        <p:origin x="3278" y="3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font" Target="fonts/font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E574D7-7607-4257-90DE-C36F4AE39DF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23E3B35-292C-4064-B569-3548CB930660}">
      <dgm:prSet/>
      <dgm:spPr/>
      <dgm:t>
        <a:bodyPr/>
        <a:lstStyle/>
        <a:p>
          <a:r>
            <a:rPr lang="en-US" dirty="0"/>
            <a:t>Today, after BKC Validation, the CCE team takes ~1 week to send the package to customers.</a:t>
          </a:r>
        </a:p>
        <a:p>
          <a:r>
            <a:rPr lang="en-US" dirty="0"/>
            <a:t>Once releases are aligned to OneBOM architecture, this would be reduced to only a few hours through automation.</a:t>
          </a:r>
        </a:p>
      </dgm:t>
    </dgm:pt>
    <dgm:pt modelId="{84CE992A-DFF9-4C79-90A9-8CFFC82A504E}" type="parTrans" cxnId="{7D04FEC6-ACBD-498D-8698-2A47C6E55E84}">
      <dgm:prSet/>
      <dgm:spPr/>
      <dgm:t>
        <a:bodyPr/>
        <a:lstStyle/>
        <a:p>
          <a:endParaRPr lang="en-US"/>
        </a:p>
      </dgm:t>
    </dgm:pt>
    <dgm:pt modelId="{A8E54890-9219-4DDC-97BC-C295E24632D6}" type="sibTrans" cxnId="{7D04FEC6-ACBD-498D-8698-2A47C6E55E84}">
      <dgm:prSet/>
      <dgm:spPr/>
      <dgm:t>
        <a:bodyPr/>
        <a:lstStyle/>
        <a:p>
          <a:endParaRPr lang="en-US"/>
        </a:p>
      </dgm:t>
    </dgm:pt>
    <dgm:pt modelId="{D9172E9D-7122-4A04-915A-F2CA30D8F882}">
      <dgm:prSet/>
      <dgm:spPr/>
      <dgm:t>
        <a:bodyPr/>
        <a:lstStyle/>
        <a:p>
          <a:r>
            <a:rPr lang="en-US" dirty="0"/>
            <a:t>Other long-term benefits of OneBOM includes faster isolation of root cause for regression, CI standardization.</a:t>
          </a:r>
        </a:p>
      </dgm:t>
    </dgm:pt>
    <dgm:pt modelId="{9CF872D8-A4B9-4B4F-9FFC-728C4639DC89}" type="parTrans" cxnId="{00B408F4-9D68-48CF-ACBC-0B7E0864FE85}">
      <dgm:prSet/>
      <dgm:spPr/>
      <dgm:t>
        <a:bodyPr/>
        <a:lstStyle/>
        <a:p>
          <a:endParaRPr lang="en-US"/>
        </a:p>
      </dgm:t>
    </dgm:pt>
    <dgm:pt modelId="{D21EB43B-068D-4B02-B4F7-FF88D039F926}" type="sibTrans" cxnId="{00B408F4-9D68-48CF-ACBC-0B7E0864FE85}">
      <dgm:prSet/>
      <dgm:spPr/>
      <dgm:t>
        <a:bodyPr/>
        <a:lstStyle/>
        <a:p>
          <a:endParaRPr lang="en-US"/>
        </a:p>
      </dgm:t>
    </dgm:pt>
    <dgm:pt modelId="{94A79637-EDAD-4C9A-9BFE-33D72C680F12}" type="pres">
      <dgm:prSet presAssocID="{43E574D7-7607-4257-90DE-C36F4AE39DF8}" presName="linear" presStyleCnt="0">
        <dgm:presLayoutVars>
          <dgm:animLvl val="lvl"/>
          <dgm:resizeHandles val="exact"/>
        </dgm:presLayoutVars>
      </dgm:prSet>
      <dgm:spPr/>
    </dgm:pt>
    <dgm:pt modelId="{D363A61F-D682-4016-8A9D-22E8DFDB6B85}" type="pres">
      <dgm:prSet presAssocID="{023E3B35-292C-4064-B569-3548CB930660}" presName="parentText" presStyleLbl="node1" presStyleIdx="0" presStyleCnt="2">
        <dgm:presLayoutVars>
          <dgm:chMax val="0"/>
          <dgm:bulletEnabled val="1"/>
        </dgm:presLayoutVars>
      </dgm:prSet>
      <dgm:spPr/>
    </dgm:pt>
    <dgm:pt modelId="{539A69CB-42A9-4EB2-8920-2A8B5BADDAF5}" type="pres">
      <dgm:prSet presAssocID="{A8E54890-9219-4DDC-97BC-C295E24632D6}" presName="spacer" presStyleCnt="0"/>
      <dgm:spPr/>
    </dgm:pt>
    <dgm:pt modelId="{3051CE0C-504E-4DF0-BD68-3ECDA3DB8F15}" type="pres">
      <dgm:prSet presAssocID="{D9172E9D-7122-4A04-915A-F2CA30D8F882}" presName="parentText" presStyleLbl="node1" presStyleIdx="1" presStyleCnt="2">
        <dgm:presLayoutVars>
          <dgm:chMax val="0"/>
          <dgm:bulletEnabled val="1"/>
        </dgm:presLayoutVars>
      </dgm:prSet>
      <dgm:spPr/>
    </dgm:pt>
  </dgm:ptLst>
  <dgm:cxnLst>
    <dgm:cxn modelId="{47AA452A-7512-48BE-822B-EDF218CE23B5}" type="presOf" srcId="{023E3B35-292C-4064-B569-3548CB930660}" destId="{D363A61F-D682-4016-8A9D-22E8DFDB6B85}" srcOrd="0" destOrd="0" presId="urn:microsoft.com/office/officeart/2005/8/layout/vList2"/>
    <dgm:cxn modelId="{390FFD80-BF59-49D7-8248-09DA3B4F6443}" type="presOf" srcId="{D9172E9D-7122-4A04-915A-F2CA30D8F882}" destId="{3051CE0C-504E-4DF0-BD68-3ECDA3DB8F15}" srcOrd="0" destOrd="0" presId="urn:microsoft.com/office/officeart/2005/8/layout/vList2"/>
    <dgm:cxn modelId="{4D0B148C-AF4C-4B39-BF02-5B2E1C656F06}" type="presOf" srcId="{43E574D7-7607-4257-90DE-C36F4AE39DF8}" destId="{94A79637-EDAD-4C9A-9BFE-33D72C680F12}" srcOrd="0" destOrd="0" presId="urn:microsoft.com/office/officeart/2005/8/layout/vList2"/>
    <dgm:cxn modelId="{7D04FEC6-ACBD-498D-8698-2A47C6E55E84}" srcId="{43E574D7-7607-4257-90DE-C36F4AE39DF8}" destId="{023E3B35-292C-4064-B569-3548CB930660}" srcOrd="0" destOrd="0" parTransId="{84CE992A-DFF9-4C79-90A9-8CFFC82A504E}" sibTransId="{A8E54890-9219-4DDC-97BC-C295E24632D6}"/>
    <dgm:cxn modelId="{00B408F4-9D68-48CF-ACBC-0B7E0864FE85}" srcId="{43E574D7-7607-4257-90DE-C36F4AE39DF8}" destId="{D9172E9D-7122-4A04-915A-F2CA30D8F882}" srcOrd="1" destOrd="0" parTransId="{9CF872D8-A4B9-4B4F-9FFC-728C4639DC89}" sibTransId="{D21EB43B-068D-4B02-B4F7-FF88D039F926}"/>
    <dgm:cxn modelId="{1EC0C86E-42C4-4806-B5D5-AC36026370B7}" type="presParOf" srcId="{94A79637-EDAD-4C9A-9BFE-33D72C680F12}" destId="{D363A61F-D682-4016-8A9D-22E8DFDB6B85}" srcOrd="0" destOrd="0" presId="urn:microsoft.com/office/officeart/2005/8/layout/vList2"/>
    <dgm:cxn modelId="{BD097E29-6981-473D-A90A-CB782BD705DE}" type="presParOf" srcId="{94A79637-EDAD-4C9A-9BFE-33D72C680F12}" destId="{539A69CB-42A9-4EB2-8920-2A8B5BADDAF5}" srcOrd="1" destOrd="0" presId="urn:microsoft.com/office/officeart/2005/8/layout/vList2"/>
    <dgm:cxn modelId="{A697C0AE-8FF9-45B0-9580-C4AAE8503F07}" type="presParOf" srcId="{94A79637-EDAD-4C9A-9BFE-33D72C680F12}" destId="{3051CE0C-504E-4DF0-BD68-3ECDA3DB8F1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E574D7-7607-4257-90DE-C36F4AE39DF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23E3B35-292C-4064-B569-3548CB930660}">
      <dgm:prSet/>
      <dgm:spPr/>
      <dgm:t>
        <a:bodyPr/>
        <a:lstStyle/>
        <a:p>
          <a:r>
            <a:rPr lang="en-US" dirty="0"/>
            <a:t>United States Presidential Executive Order 14028, “</a:t>
          </a:r>
          <a:r>
            <a:rPr lang="en-US" i="1" dirty="0"/>
            <a:t>Improving the Nation’s Cybersecurity</a:t>
          </a:r>
          <a:r>
            <a:rPr lang="en-US" dirty="0"/>
            <a:t>” was passed on May 12</a:t>
          </a:r>
          <a:r>
            <a:rPr lang="en-US" baseline="30000" dirty="0"/>
            <a:t>th</a:t>
          </a:r>
          <a:r>
            <a:rPr lang="en-US" dirty="0"/>
            <a:t> 2021.</a:t>
          </a:r>
        </a:p>
      </dgm:t>
    </dgm:pt>
    <dgm:pt modelId="{84CE992A-DFF9-4C79-90A9-8CFFC82A504E}" type="parTrans" cxnId="{7D04FEC6-ACBD-498D-8698-2A47C6E55E84}">
      <dgm:prSet/>
      <dgm:spPr/>
      <dgm:t>
        <a:bodyPr/>
        <a:lstStyle/>
        <a:p>
          <a:endParaRPr lang="en-US"/>
        </a:p>
      </dgm:t>
    </dgm:pt>
    <dgm:pt modelId="{A8E54890-9219-4DDC-97BC-C295E24632D6}" type="sibTrans" cxnId="{7D04FEC6-ACBD-498D-8698-2A47C6E55E84}">
      <dgm:prSet/>
      <dgm:spPr/>
      <dgm:t>
        <a:bodyPr/>
        <a:lstStyle/>
        <a:p>
          <a:endParaRPr lang="en-US"/>
        </a:p>
      </dgm:t>
    </dgm:pt>
    <dgm:pt modelId="{D9172E9D-7122-4A04-915A-F2CA30D8F882}">
      <dgm:prSet/>
      <dgm:spPr/>
      <dgm:t>
        <a:bodyPr/>
        <a:lstStyle/>
        <a:p>
          <a:r>
            <a:rPr lang="en-US" dirty="0"/>
            <a:t>Section 4 of the Executive Order , “</a:t>
          </a:r>
          <a:r>
            <a:rPr lang="en-US" i="1" dirty="0"/>
            <a:t>Enhancing Software Supply Chain Security”,  outlines providing the purchaser of the software with an SBOM as one of the requirements for transparency of the supply chain.</a:t>
          </a:r>
          <a:endParaRPr lang="en-US" dirty="0"/>
        </a:p>
      </dgm:t>
    </dgm:pt>
    <dgm:pt modelId="{9CF872D8-A4B9-4B4F-9FFC-728C4639DC89}" type="parTrans" cxnId="{00B408F4-9D68-48CF-ACBC-0B7E0864FE85}">
      <dgm:prSet/>
      <dgm:spPr/>
      <dgm:t>
        <a:bodyPr/>
        <a:lstStyle/>
        <a:p>
          <a:endParaRPr lang="en-US"/>
        </a:p>
      </dgm:t>
    </dgm:pt>
    <dgm:pt modelId="{D21EB43B-068D-4B02-B4F7-FF88D039F926}" type="sibTrans" cxnId="{00B408F4-9D68-48CF-ACBC-0B7E0864FE85}">
      <dgm:prSet/>
      <dgm:spPr/>
      <dgm:t>
        <a:bodyPr/>
        <a:lstStyle/>
        <a:p>
          <a:endParaRPr lang="en-US"/>
        </a:p>
      </dgm:t>
    </dgm:pt>
    <dgm:pt modelId="{D7994A4B-6F87-4B9F-AA22-C381EC5FD35B}">
      <dgm:prSet/>
      <dgm:spPr/>
      <dgm:t>
        <a:bodyPr/>
        <a:lstStyle/>
        <a:p>
          <a:r>
            <a:rPr lang="en-US" dirty="0"/>
            <a:t>Intel’s customers who supply Intel SOC based products are requesting SBOMs for Intel software/firmware that accompanies Intel SOCs.</a:t>
          </a:r>
        </a:p>
      </dgm:t>
    </dgm:pt>
    <dgm:pt modelId="{E641FB1E-EDA6-48F8-89EE-9B9ADFB5A9CB}" type="parTrans" cxnId="{507FA60B-B675-4E89-B06A-BC7D07850EF3}">
      <dgm:prSet/>
      <dgm:spPr/>
      <dgm:t>
        <a:bodyPr/>
        <a:lstStyle/>
        <a:p>
          <a:endParaRPr lang="en-US"/>
        </a:p>
      </dgm:t>
    </dgm:pt>
    <dgm:pt modelId="{4E981B29-209F-4B14-A924-BEA942920343}" type="sibTrans" cxnId="{507FA60B-B675-4E89-B06A-BC7D07850EF3}">
      <dgm:prSet/>
      <dgm:spPr/>
      <dgm:t>
        <a:bodyPr/>
        <a:lstStyle/>
        <a:p>
          <a:endParaRPr lang="en-US"/>
        </a:p>
      </dgm:t>
    </dgm:pt>
    <dgm:pt modelId="{E515F913-C8E5-4413-A0E5-7B226C9866FF}">
      <dgm:prSet/>
      <dgm:spPr/>
      <dgm:t>
        <a:bodyPr/>
        <a:lstStyle/>
        <a:p>
          <a:r>
            <a:rPr lang="en-US" dirty="0"/>
            <a:t>Federal Government agencies have started requiring SBOMs from their software vendors.</a:t>
          </a:r>
        </a:p>
      </dgm:t>
    </dgm:pt>
    <dgm:pt modelId="{A772BD98-7EDE-4862-8EEB-E6C529C267B7}" type="parTrans" cxnId="{87C91EA1-082B-47BA-86F1-CBA9601B098D}">
      <dgm:prSet/>
      <dgm:spPr/>
      <dgm:t>
        <a:bodyPr/>
        <a:lstStyle/>
        <a:p>
          <a:endParaRPr lang="en-US"/>
        </a:p>
      </dgm:t>
    </dgm:pt>
    <dgm:pt modelId="{563E99E9-168E-48C2-88FA-B030B968FD55}" type="sibTrans" cxnId="{87C91EA1-082B-47BA-86F1-CBA9601B098D}">
      <dgm:prSet/>
      <dgm:spPr/>
      <dgm:t>
        <a:bodyPr/>
        <a:lstStyle/>
        <a:p>
          <a:endParaRPr lang="en-US"/>
        </a:p>
      </dgm:t>
    </dgm:pt>
    <dgm:pt modelId="{94A79637-EDAD-4C9A-9BFE-33D72C680F12}" type="pres">
      <dgm:prSet presAssocID="{43E574D7-7607-4257-90DE-C36F4AE39DF8}" presName="linear" presStyleCnt="0">
        <dgm:presLayoutVars>
          <dgm:animLvl val="lvl"/>
          <dgm:resizeHandles val="exact"/>
        </dgm:presLayoutVars>
      </dgm:prSet>
      <dgm:spPr/>
    </dgm:pt>
    <dgm:pt modelId="{D363A61F-D682-4016-8A9D-22E8DFDB6B85}" type="pres">
      <dgm:prSet presAssocID="{023E3B35-292C-4064-B569-3548CB930660}" presName="parentText" presStyleLbl="node1" presStyleIdx="0" presStyleCnt="4">
        <dgm:presLayoutVars>
          <dgm:chMax val="0"/>
          <dgm:bulletEnabled val="1"/>
        </dgm:presLayoutVars>
      </dgm:prSet>
      <dgm:spPr/>
    </dgm:pt>
    <dgm:pt modelId="{539A69CB-42A9-4EB2-8920-2A8B5BADDAF5}" type="pres">
      <dgm:prSet presAssocID="{A8E54890-9219-4DDC-97BC-C295E24632D6}" presName="spacer" presStyleCnt="0"/>
      <dgm:spPr/>
    </dgm:pt>
    <dgm:pt modelId="{3051CE0C-504E-4DF0-BD68-3ECDA3DB8F15}" type="pres">
      <dgm:prSet presAssocID="{D9172E9D-7122-4A04-915A-F2CA30D8F882}" presName="parentText" presStyleLbl="node1" presStyleIdx="1" presStyleCnt="4">
        <dgm:presLayoutVars>
          <dgm:chMax val="0"/>
          <dgm:bulletEnabled val="1"/>
        </dgm:presLayoutVars>
      </dgm:prSet>
      <dgm:spPr/>
    </dgm:pt>
    <dgm:pt modelId="{AC600DC0-9E6A-4E9F-9B1D-EAF2A76C1AC0}" type="pres">
      <dgm:prSet presAssocID="{D21EB43B-068D-4B02-B4F7-FF88D039F926}" presName="spacer" presStyleCnt="0"/>
      <dgm:spPr/>
    </dgm:pt>
    <dgm:pt modelId="{A639CB90-663E-4FAC-9545-654A1793C671}" type="pres">
      <dgm:prSet presAssocID="{E515F913-C8E5-4413-A0E5-7B226C9866FF}" presName="parentText" presStyleLbl="node1" presStyleIdx="2" presStyleCnt="4">
        <dgm:presLayoutVars>
          <dgm:chMax val="0"/>
          <dgm:bulletEnabled val="1"/>
        </dgm:presLayoutVars>
      </dgm:prSet>
      <dgm:spPr/>
    </dgm:pt>
    <dgm:pt modelId="{5F9F22AD-EAEC-42CA-B699-5F6AA7689CF1}" type="pres">
      <dgm:prSet presAssocID="{563E99E9-168E-48C2-88FA-B030B968FD55}" presName="spacer" presStyleCnt="0"/>
      <dgm:spPr/>
    </dgm:pt>
    <dgm:pt modelId="{C687E110-E464-464A-9D9F-A58AF8C48AFB}" type="pres">
      <dgm:prSet presAssocID="{D7994A4B-6F87-4B9F-AA22-C381EC5FD35B}" presName="parentText" presStyleLbl="node1" presStyleIdx="3" presStyleCnt="4">
        <dgm:presLayoutVars>
          <dgm:chMax val="0"/>
          <dgm:bulletEnabled val="1"/>
        </dgm:presLayoutVars>
      </dgm:prSet>
      <dgm:spPr/>
    </dgm:pt>
  </dgm:ptLst>
  <dgm:cxnLst>
    <dgm:cxn modelId="{507FA60B-B675-4E89-B06A-BC7D07850EF3}" srcId="{43E574D7-7607-4257-90DE-C36F4AE39DF8}" destId="{D7994A4B-6F87-4B9F-AA22-C381EC5FD35B}" srcOrd="3" destOrd="0" parTransId="{E641FB1E-EDA6-48F8-89EE-9B9ADFB5A9CB}" sibTransId="{4E981B29-209F-4B14-A924-BEA942920343}"/>
    <dgm:cxn modelId="{47AA452A-7512-48BE-822B-EDF218CE23B5}" type="presOf" srcId="{023E3B35-292C-4064-B569-3548CB930660}" destId="{D363A61F-D682-4016-8A9D-22E8DFDB6B85}" srcOrd="0" destOrd="0" presId="urn:microsoft.com/office/officeart/2005/8/layout/vList2"/>
    <dgm:cxn modelId="{390FFD80-BF59-49D7-8248-09DA3B4F6443}" type="presOf" srcId="{D9172E9D-7122-4A04-915A-F2CA30D8F882}" destId="{3051CE0C-504E-4DF0-BD68-3ECDA3DB8F15}" srcOrd="0" destOrd="0" presId="urn:microsoft.com/office/officeart/2005/8/layout/vList2"/>
    <dgm:cxn modelId="{4D0B148C-AF4C-4B39-BF02-5B2E1C656F06}" type="presOf" srcId="{43E574D7-7607-4257-90DE-C36F4AE39DF8}" destId="{94A79637-EDAD-4C9A-9BFE-33D72C680F12}" srcOrd="0" destOrd="0" presId="urn:microsoft.com/office/officeart/2005/8/layout/vList2"/>
    <dgm:cxn modelId="{817A4695-EE31-435D-A8EB-57BBB8ADAED4}" type="presOf" srcId="{D7994A4B-6F87-4B9F-AA22-C381EC5FD35B}" destId="{C687E110-E464-464A-9D9F-A58AF8C48AFB}" srcOrd="0" destOrd="0" presId="urn:microsoft.com/office/officeart/2005/8/layout/vList2"/>
    <dgm:cxn modelId="{C3F18796-B0FB-4017-9031-FEAD19FD38BD}" type="presOf" srcId="{E515F913-C8E5-4413-A0E5-7B226C9866FF}" destId="{A639CB90-663E-4FAC-9545-654A1793C671}" srcOrd="0" destOrd="0" presId="urn:microsoft.com/office/officeart/2005/8/layout/vList2"/>
    <dgm:cxn modelId="{87C91EA1-082B-47BA-86F1-CBA9601B098D}" srcId="{43E574D7-7607-4257-90DE-C36F4AE39DF8}" destId="{E515F913-C8E5-4413-A0E5-7B226C9866FF}" srcOrd="2" destOrd="0" parTransId="{A772BD98-7EDE-4862-8EEB-E6C529C267B7}" sibTransId="{563E99E9-168E-48C2-88FA-B030B968FD55}"/>
    <dgm:cxn modelId="{7D04FEC6-ACBD-498D-8698-2A47C6E55E84}" srcId="{43E574D7-7607-4257-90DE-C36F4AE39DF8}" destId="{023E3B35-292C-4064-B569-3548CB930660}" srcOrd="0" destOrd="0" parTransId="{84CE992A-DFF9-4C79-90A9-8CFFC82A504E}" sibTransId="{A8E54890-9219-4DDC-97BC-C295E24632D6}"/>
    <dgm:cxn modelId="{00B408F4-9D68-48CF-ACBC-0B7E0864FE85}" srcId="{43E574D7-7607-4257-90DE-C36F4AE39DF8}" destId="{D9172E9D-7122-4A04-915A-F2CA30D8F882}" srcOrd="1" destOrd="0" parTransId="{9CF872D8-A4B9-4B4F-9FFC-728C4639DC89}" sibTransId="{D21EB43B-068D-4B02-B4F7-FF88D039F926}"/>
    <dgm:cxn modelId="{1EC0C86E-42C4-4806-B5D5-AC36026370B7}" type="presParOf" srcId="{94A79637-EDAD-4C9A-9BFE-33D72C680F12}" destId="{D363A61F-D682-4016-8A9D-22E8DFDB6B85}" srcOrd="0" destOrd="0" presId="urn:microsoft.com/office/officeart/2005/8/layout/vList2"/>
    <dgm:cxn modelId="{BD097E29-6981-473D-A90A-CB782BD705DE}" type="presParOf" srcId="{94A79637-EDAD-4C9A-9BFE-33D72C680F12}" destId="{539A69CB-42A9-4EB2-8920-2A8B5BADDAF5}" srcOrd="1" destOrd="0" presId="urn:microsoft.com/office/officeart/2005/8/layout/vList2"/>
    <dgm:cxn modelId="{A697C0AE-8FF9-45B0-9580-C4AAE8503F07}" type="presParOf" srcId="{94A79637-EDAD-4C9A-9BFE-33D72C680F12}" destId="{3051CE0C-504E-4DF0-BD68-3ECDA3DB8F15}" srcOrd="2" destOrd="0" presId="urn:microsoft.com/office/officeart/2005/8/layout/vList2"/>
    <dgm:cxn modelId="{09CF02D4-A534-46C8-A598-E1140347AECF}" type="presParOf" srcId="{94A79637-EDAD-4C9A-9BFE-33D72C680F12}" destId="{AC600DC0-9E6A-4E9F-9B1D-EAF2A76C1AC0}" srcOrd="3" destOrd="0" presId="urn:microsoft.com/office/officeart/2005/8/layout/vList2"/>
    <dgm:cxn modelId="{F7CF4489-FDA4-4A4A-8B6C-54CF8D011E1A}" type="presParOf" srcId="{94A79637-EDAD-4C9A-9BFE-33D72C680F12}" destId="{A639CB90-663E-4FAC-9545-654A1793C671}" srcOrd="4" destOrd="0" presId="urn:microsoft.com/office/officeart/2005/8/layout/vList2"/>
    <dgm:cxn modelId="{9B7F5F20-C0D0-47D7-AB78-446E158FF53A}" type="presParOf" srcId="{94A79637-EDAD-4C9A-9BFE-33D72C680F12}" destId="{5F9F22AD-EAEC-42CA-B699-5F6AA7689CF1}" srcOrd="5" destOrd="0" presId="urn:microsoft.com/office/officeart/2005/8/layout/vList2"/>
    <dgm:cxn modelId="{ADBEF135-D6F8-464F-A74B-BEA88AD3F74A}" type="presParOf" srcId="{94A79637-EDAD-4C9A-9BFE-33D72C680F12}" destId="{C687E110-E464-464A-9D9F-A58AF8C48AFB}"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3A61F-D682-4016-8A9D-22E8DFDB6B85}">
      <dsp:nvSpPr>
        <dsp:cNvPr id="0" name=""/>
        <dsp:cNvSpPr/>
      </dsp:nvSpPr>
      <dsp:spPr>
        <a:xfrm>
          <a:off x="0" y="83383"/>
          <a:ext cx="5089524" cy="19492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Today, after BKC Validation, the CCE team takes ~1 week to send the package to customers.</a:t>
          </a:r>
        </a:p>
        <a:p>
          <a:pPr marL="0" lvl="0" indent="0" algn="l" defTabSz="755650">
            <a:lnSpc>
              <a:spcPct val="90000"/>
            </a:lnSpc>
            <a:spcBef>
              <a:spcPct val="0"/>
            </a:spcBef>
            <a:spcAft>
              <a:spcPct val="35000"/>
            </a:spcAft>
            <a:buNone/>
          </a:pPr>
          <a:r>
            <a:rPr lang="en-US" sz="1700" kern="1200" dirty="0"/>
            <a:t>Once releases are aligned to OneBOM architecture, this would be reduced to only a few hours through automation.</a:t>
          </a:r>
        </a:p>
      </dsp:txBody>
      <dsp:txXfrm>
        <a:off x="95153" y="178536"/>
        <a:ext cx="4899218" cy="1758914"/>
      </dsp:txXfrm>
    </dsp:sp>
    <dsp:sp modelId="{3051CE0C-504E-4DF0-BD68-3ECDA3DB8F15}">
      <dsp:nvSpPr>
        <dsp:cNvPr id="0" name=""/>
        <dsp:cNvSpPr/>
      </dsp:nvSpPr>
      <dsp:spPr>
        <a:xfrm>
          <a:off x="0" y="2081563"/>
          <a:ext cx="5089524" cy="19492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Other long-term benefits of OneBOM includes faster isolation of root cause for regression, CI standardization.</a:t>
          </a:r>
        </a:p>
      </dsp:txBody>
      <dsp:txXfrm>
        <a:off x="95153" y="2176716"/>
        <a:ext cx="4899218" cy="17589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3A61F-D682-4016-8A9D-22E8DFDB6B85}">
      <dsp:nvSpPr>
        <dsp:cNvPr id="0" name=""/>
        <dsp:cNvSpPr/>
      </dsp:nvSpPr>
      <dsp:spPr>
        <a:xfrm>
          <a:off x="0" y="103178"/>
          <a:ext cx="5089524" cy="112429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United States Presidential Executive Order 14028, “</a:t>
          </a:r>
          <a:r>
            <a:rPr lang="en-US" sz="1500" i="1" kern="1200" dirty="0"/>
            <a:t>Improving the Nation’s Cybersecurity</a:t>
          </a:r>
          <a:r>
            <a:rPr lang="en-US" sz="1500" kern="1200" dirty="0"/>
            <a:t>” was passed on May 12</a:t>
          </a:r>
          <a:r>
            <a:rPr lang="en-US" sz="1500" kern="1200" baseline="30000" dirty="0"/>
            <a:t>th</a:t>
          </a:r>
          <a:r>
            <a:rPr lang="en-US" sz="1500" kern="1200" dirty="0"/>
            <a:t> 2021.</a:t>
          </a:r>
        </a:p>
      </dsp:txBody>
      <dsp:txXfrm>
        <a:off x="54884" y="158062"/>
        <a:ext cx="4979756" cy="1014528"/>
      </dsp:txXfrm>
    </dsp:sp>
    <dsp:sp modelId="{3051CE0C-504E-4DF0-BD68-3ECDA3DB8F15}">
      <dsp:nvSpPr>
        <dsp:cNvPr id="0" name=""/>
        <dsp:cNvSpPr/>
      </dsp:nvSpPr>
      <dsp:spPr>
        <a:xfrm>
          <a:off x="0" y="1270675"/>
          <a:ext cx="5089524" cy="112429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Section 4 of the Executive Order , “</a:t>
          </a:r>
          <a:r>
            <a:rPr lang="en-US" sz="1500" i="1" kern="1200" dirty="0"/>
            <a:t>Enhancing Software Supply Chain Security”,  outlines providing the purchaser of the software with an SBOM as one of the requirements for transparency of the supply chain.</a:t>
          </a:r>
          <a:endParaRPr lang="en-US" sz="1500" kern="1200" dirty="0"/>
        </a:p>
      </dsp:txBody>
      <dsp:txXfrm>
        <a:off x="54884" y="1325559"/>
        <a:ext cx="4979756" cy="1014528"/>
      </dsp:txXfrm>
    </dsp:sp>
    <dsp:sp modelId="{A639CB90-663E-4FAC-9545-654A1793C671}">
      <dsp:nvSpPr>
        <dsp:cNvPr id="0" name=""/>
        <dsp:cNvSpPr/>
      </dsp:nvSpPr>
      <dsp:spPr>
        <a:xfrm>
          <a:off x="0" y="2438172"/>
          <a:ext cx="5089524" cy="112429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Federal Government agencies have started requiring SBOMs from their software vendors.</a:t>
          </a:r>
        </a:p>
      </dsp:txBody>
      <dsp:txXfrm>
        <a:off x="54884" y="2493056"/>
        <a:ext cx="4979756" cy="1014528"/>
      </dsp:txXfrm>
    </dsp:sp>
    <dsp:sp modelId="{C687E110-E464-464A-9D9F-A58AF8C48AFB}">
      <dsp:nvSpPr>
        <dsp:cNvPr id="0" name=""/>
        <dsp:cNvSpPr/>
      </dsp:nvSpPr>
      <dsp:spPr>
        <a:xfrm>
          <a:off x="0" y="3605669"/>
          <a:ext cx="5089524" cy="112429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Intel’s customers who supply Intel SOC based products are requesting SBOMs for Intel software/firmware that accompanies Intel SOCs.</a:t>
          </a:r>
        </a:p>
      </dsp:txBody>
      <dsp:txXfrm>
        <a:off x="54884" y="3660553"/>
        <a:ext cx="4979756" cy="101452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211007-55DD-4953-AA4C-568C7B96070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0567F65-DC68-4D72-B0D6-C6DEFAE5AD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64F017-A209-439E-A6E7-15E23391106E}" type="datetimeFigureOut">
              <a:rPr lang="en-US" smtClean="0"/>
              <a:t>7/17/2025</a:t>
            </a:fld>
            <a:endParaRPr lang="en-US"/>
          </a:p>
        </p:txBody>
      </p:sp>
      <p:sp>
        <p:nvSpPr>
          <p:cNvPr id="4" name="Footer Placeholder 3">
            <a:extLst>
              <a:ext uri="{FF2B5EF4-FFF2-40B4-BE49-F238E27FC236}">
                <a16:creationId xmlns:a16="http://schemas.microsoft.com/office/drawing/2014/main" id="{7B566DC2-A8B8-4C33-A060-005B53726CC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D8570C6-85C2-4AE0-96F9-E1FC620A573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2D0A4D-AC6F-4705-8F3E-F6ED0C7AB3F2}" type="slidenum">
              <a:rPr lang="en-US" smtClean="0"/>
              <a:t>‹#›</a:t>
            </a:fld>
            <a:endParaRPr lang="en-US"/>
          </a:p>
        </p:txBody>
      </p:sp>
    </p:spTree>
    <p:extLst>
      <p:ext uri="{BB962C8B-B14F-4D97-AF65-F5344CB8AC3E}">
        <p14:creationId xmlns:p14="http://schemas.microsoft.com/office/powerpoint/2010/main" val="332093090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5T15:24:06.495"/>
    </inkml:context>
    <inkml:brush xml:id="br0">
      <inkml:brushProperty name="width" value="0.05" units="cm"/>
      <inkml:brushProperty name="height" value="0.05" units="cm"/>
      <inkml:brushProperty name="color" value="#FF0066"/>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3EC105-3E63-4709-9ECA-2EB22CB2AA34}" type="datetimeFigureOut">
              <a:rPr lang="en-US" smtClean="0"/>
              <a:t>7/17/2025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D92567-D7D7-4223-A842-9A06E6D4E1F9}" type="slidenum">
              <a:rPr lang="en-US" smtClean="0"/>
              <a:t>‹#›</a:t>
            </a:fld>
            <a:endParaRPr lang="en-US"/>
          </a:p>
        </p:txBody>
      </p:sp>
    </p:spTree>
    <p:extLst>
      <p:ext uri="{BB962C8B-B14F-4D97-AF65-F5344CB8AC3E}">
        <p14:creationId xmlns:p14="http://schemas.microsoft.com/office/powerpoint/2010/main" val="322756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D92567-D7D7-4223-A842-9A06E6D4E1F9}" type="slidenum">
              <a:rPr lang="en-US" smtClean="0"/>
              <a:t>3</a:t>
            </a:fld>
            <a:endParaRPr lang="en-US"/>
          </a:p>
        </p:txBody>
      </p:sp>
    </p:spTree>
    <p:extLst>
      <p:ext uri="{BB962C8B-B14F-4D97-AF65-F5344CB8AC3E}">
        <p14:creationId xmlns:p14="http://schemas.microsoft.com/office/powerpoint/2010/main" val="3964199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BOM stands for Bill of Materials. It's a comprehensive list of all the raw materials, components, and instructions needed to manufacture, construct, or repair a product. Essentially, it's like a detailed recipe for creating something, outlining all the ingredients and steps involved.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Here's a more detailed look at what a BOM typically includes:</a:t>
            </a:r>
          </a:p>
          <a:p>
            <a:pPr fontAlgn="ctr"/>
            <a:r>
              <a:rPr lang="en-US" sz="1200" b="1" i="0" kern="1200" dirty="0">
                <a:solidFill>
                  <a:schemeClr val="tx1"/>
                </a:solidFill>
                <a:effectLst/>
                <a:latin typeface="+mn-lt"/>
                <a:ea typeface="+mn-ea"/>
                <a:cs typeface="+mn-cs"/>
              </a:rPr>
              <a:t>Components:</a:t>
            </a:r>
            <a:r>
              <a:rPr lang="en-US" sz="1200" b="0" i="0" kern="1200" dirty="0">
                <a:solidFill>
                  <a:schemeClr val="tx1"/>
                </a:solidFill>
                <a:effectLst/>
                <a:latin typeface="+mn-lt"/>
                <a:ea typeface="+mn-ea"/>
                <a:cs typeface="+mn-cs"/>
              </a:rPr>
              <a:t> Lists all the individual parts, sub-assemblies, and raw materials. </a:t>
            </a:r>
          </a:p>
          <a:p>
            <a:pPr fontAlgn="ctr"/>
            <a:r>
              <a:rPr lang="en-US" sz="1200" b="1" i="0" kern="1200" dirty="0">
                <a:solidFill>
                  <a:schemeClr val="tx1"/>
                </a:solidFill>
                <a:effectLst/>
                <a:latin typeface="+mn-lt"/>
                <a:ea typeface="+mn-ea"/>
                <a:cs typeface="+mn-cs"/>
              </a:rPr>
              <a:t>Quantities:</a:t>
            </a:r>
            <a:r>
              <a:rPr lang="en-US" sz="1200" b="0" i="0" kern="1200" dirty="0">
                <a:solidFill>
                  <a:schemeClr val="tx1"/>
                </a:solidFill>
                <a:effectLst/>
                <a:latin typeface="+mn-lt"/>
                <a:ea typeface="+mn-ea"/>
                <a:cs typeface="+mn-cs"/>
              </a:rPr>
              <a:t> Specifies how much of each component is needed. </a:t>
            </a:r>
          </a:p>
          <a:p>
            <a:pPr fontAlgn="ctr"/>
            <a:r>
              <a:rPr lang="en-US" sz="1200" b="1" i="0" kern="1200" dirty="0">
                <a:solidFill>
                  <a:schemeClr val="tx1"/>
                </a:solidFill>
                <a:effectLst/>
                <a:latin typeface="+mn-lt"/>
                <a:ea typeface="+mn-ea"/>
                <a:cs typeface="+mn-cs"/>
              </a:rPr>
              <a:t>Instructions:</a:t>
            </a:r>
            <a:r>
              <a:rPr lang="en-US" sz="1200" b="0" i="0" kern="1200" dirty="0">
                <a:solidFill>
                  <a:schemeClr val="tx1"/>
                </a:solidFill>
                <a:effectLst/>
                <a:latin typeface="+mn-lt"/>
                <a:ea typeface="+mn-ea"/>
                <a:cs typeface="+mn-cs"/>
              </a:rPr>
              <a:t> Provides guidance on how to assemble the product or perform repairs. </a:t>
            </a:r>
          </a:p>
          <a:p>
            <a:pPr fontAlgn="ctr"/>
            <a:r>
              <a:rPr lang="en-US" sz="1200" b="1" i="0" kern="1200" dirty="0">
                <a:solidFill>
                  <a:schemeClr val="tx1"/>
                </a:solidFill>
                <a:effectLst/>
                <a:latin typeface="+mn-lt"/>
                <a:ea typeface="+mn-ea"/>
                <a:cs typeface="+mn-cs"/>
              </a:rPr>
              <a:t>Part Numbers and Descriptions:</a:t>
            </a:r>
            <a:r>
              <a:rPr lang="en-US" sz="1200" b="0" i="0" kern="1200" dirty="0">
                <a:solidFill>
                  <a:schemeClr val="tx1"/>
                </a:solidFill>
                <a:effectLst/>
                <a:latin typeface="+mn-lt"/>
                <a:ea typeface="+mn-ea"/>
                <a:cs typeface="+mn-cs"/>
              </a:rPr>
              <a:t> Helps identify each component and its specifications. </a:t>
            </a:r>
          </a:p>
          <a:p>
            <a:r>
              <a:rPr lang="en-US" sz="1200" b="1" i="0" kern="1200" dirty="0">
                <a:solidFill>
                  <a:schemeClr val="tx1"/>
                </a:solidFill>
                <a:effectLst/>
                <a:latin typeface="+mn-lt"/>
                <a:ea typeface="+mn-ea"/>
                <a:cs typeface="+mn-cs"/>
              </a:rPr>
              <a:t>Other Relevant Information:</a:t>
            </a:r>
            <a:r>
              <a:rPr lang="en-US" sz="1200" b="0" i="0" kern="1200" dirty="0">
                <a:solidFill>
                  <a:schemeClr val="tx1"/>
                </a:solidFill>
                <a:effectLst/>
                <a:latin typeface="+mn-lt"/>
                <a:ea typeface="+mn-ea"/>
                <a:cs typeface="+mn-cs"/>
              </a:rPr>
              <a:t> May include details like material type, size, weight, and even cost. </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b="1" dirty="0"/>
              <a:t>Key Points of a BOM:</a:t>
            </a:r>
          </a:p>
          <a:p>
            <a:r>
              <a:rPr lang="en-US" b="1" dirty="0"/>
              <a:t>Hierarchy</a:t>
            </a:r>
            <a:r>
              <a:rPr lang="en-US" dirty="0"/>
              <a:t>: It typically shows the product in a </a:t>
            </a:r>
            <a:r>
              <a:rPr lang="en-US" b="1" dirty="0"/>
              <a:t>tree structure</a:t>
            </a:r>
            <a:r>
              <a:rPr lang="en-US" dirty="0"/>
              <a:t>, with the final product at the top and individual components below.</a:t>
            </a:r>
          </a:p>
          <a:p>
            <a:r>
              <a:rPr lang="en-US" b="1" dirty="0"/>
              <a:t>Details Included</a:t>
            </a:r>
            <a:r>
              <a:rPr lang="en-US" dirty="0"/>
              <a:t>:</a:t>
            </a:r>
          </a:p>
          <a:p>
            <a:pPr lvl="1"/>
            <a:r>
              <a:rPr lang="en-US" b="1" dirty="0"/>
              <a:t>Part number</a:t>
            </a:r>
            <a:endParaRPr lang="en-US" dirty="0"/>
          </a:p>
          <a:p>
            <a:pPr lvl="1"/>
            <a:r>
              <a:rPr lang="en-US" b="1" dirty="0"/>
              <a:t>Part name</a:t>
            </a:r>
            <a:endParaRPr lang="en-US" dirty="0"/>
          </a:p>
          <a:p>
            <a:pPr lvl="1"/>
            <a:r>
              <a:rPr lang="en-US" b="1" dirty="0"/>
              <a:t>Quantity required</a:t>
            </a:r>
            <a:endParaRPr lang="en-US" dirty="0"/>
          </a:p>
          <a:p>
            <a:pPr lvl="1"/>
            <a:r>
              <a:rPr lang="en-US" b="1" dirty="0"/>
              <a:t>Unit of measure</a:t>
            </a:r>
            <a:endParaRPr lang="en-US" dirty="0"/>
          </a:p>
          <a:p>
            <a:pPr lvl="1"/>
            <a:r>
              <a:rPr lang="en-US" b="1" dirty="0"/>
              <a:t>Reference designators</a:t>
            </a:r>
            <a:r>
              <a:rPr lang="en-US" dirty="0"/>
              <a:t> (for electronics)</a:t>
            </a:r>
          </a:p>
          <a:p>
            <a:pPr lvl="1"/>
            <a:r>
              <a:rPr lang="en-US" b="1" dirty="0"/>
              <a:t>Procurement type</a:t>
            </a:r>
            <a:r>
              <a:rPr lang="en-US" dirty="0"/>
              <a:t> (make or buy)</a:t>
            </a:r>
          </a:p>
          <a:p>
            <a:pPr lvl="1"/>
            <a:r>
              <a:rPr lang="en-US" b="1" dirty="0"/>
              <a:t>Manufacturer info</a:t>
            </a:r>
            <a:r>
              <a:rPr lang="en-US" dirty="0"/>
              <a:t> (optional)</a:t>
            </a:r>
          </a:p>
          <a:p>
            <a:r>
              <a:rPr lang="en-US" b="1" dirty="0"/>
              <a:t>Types of BOM:</a:t>
            </a:r>
          </a:p>
          <a:p>
            <a:r>
              <a:rPr lang="en-US" b="1" dirty="0"/>
              <a:t>Engineering BOM (EBOM)</a:t>
            </a:r>
            <a:r>
              <a:rPr lang="en-US" dirty="0"/>
              <a:t> – Created during product design, focused on how a product is designed.</a:t>
            </a:r>
          </a:p>
          <a:p>
            <a:r>
              <a:rPr lang="en-US" b="1" dirty="0"/>
              <a:t>Manufacturing BOM (MBOM)</a:t>
            </a:r>
            <a:r>
              <a:rPr lang="en-US" dirty="0"/>
              <a:t> – Focused on how a product is assembled or built in the factory.</a:t>
            </a:r>
          </a:p>
          <a:p>
            <a:r>
              <a:rPr lang="en-US" b="1" dirty="0"/>
              <a:t>Sales BOM (SBOM)</a:t>
            </a:r>
            <a:r>
              <a:rPr lang="en-US" dirty="0"/>
              <a:t> – Used for configured products, showing which items are sold together.</a:t>
            </a:r>
          </a:p>
          <a:p>
            <a:endParaRPr lang="en-US" sz="1200" b="0" i="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43D92567-D7D7-4223-A842-9A06E6D4E1F9}" type="slidenum">
              <a:rPr lang="en-US" smtClean="0"/>
              <a:t>4</a:t>
            </a:fld>
            <a:endParaRPr lang="en-US"/>
          </a:p>
        </p:txBody>
      </p:sp>
    </p:spTree>
    <p:extLst>
      <p:ext uri="{BB962C8B-B14F-4D97-AF65-F5344CB8AC3E}">
        <p14:creationId xmlns:p14="http://schemas.microsoft.com/office/powerpoint/2010/main" val="1845096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Intel's Integrated Product Data Management (PDM) Solution and model deployed through new processes and tools, to support up-to-date Bill of Materials for all IP, Hardware, Software and Firmware and to enable traceability and analytics</a:t>
            </a:r>
            <a:endParaRPr lang="en-US" dirty="0"/>
          </a:p>
        </p:txBody>
      </p:sp>
      <p:sp>
        <p:nvSpPr>
          <p:cNvPr id="4" name="Slide Number Placeholder 3"/>
          <p:cNvSpPr>
            <a:spLocks noGrp="1"/>
          </p:cNvSpPr>
          <p:nvPr>
            <p:ph type="sldNum" sz="quarter" idx="5"/>
          </p:nvPr>
        </p:nvSpPr>
        <p:spPr/>
        <p:txBody>
          <a:bodyPr/>
          <a:lstStyle/>
          <a:p>
            <a:fld id="{43D92567-D7D7-4223-A842-9A06E6D4E1F9}" type="slidenum">
              <a:rPr lang="en-US" smtClean="0"/>
              <a:t>5</a:t>
            </a:fld>
            <a:endParaRPr lang="en-US"/>
          </a:p>
        </p:txBody>
      </p:sp>
    </p:spTree>
    <p:extLst>
      <p:ext uri="{BB962C8B-B14F-4D97-AF65-F5344CB8AC3E}">
        <p14:creationId xmlns:p14="http://schemas.microsoft.com/office/powerpoint/2010/main" val="437901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F798B-D810-0742-0532-FE910F24D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13AC0-296F-C807-2515-A2C6A6BDEF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BA95AF-4734-5C95-22AD-AE873E6CDC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1F7642-3656-9075-760A-4B2625B78C38}"/>
              </a:ext>
            </a:extLst>
          </p:cNvPr>
          <p:cNvSpPr>
            <a:spLocks noGrp="1"/>
          </p:cNvSpPr>
          <p:nvPr>
            <p:ph type="sldNum" sz="quarter" idx="5"/>
          </p:nvPr>
        </p:nvSpPr>
        <p:spPr/>
        <p:txBody>
          <a:bodyPr/>
          <a:lstStyle/>
          <a:p>
            <a:fld id="{43D92567-D7D7-4223-A842-9A06E6D4E1F9}" type="slidenum">
              <a:rPr lang="en-US" smtClean="0"/>
              <a:t>6</a:t>
            </a:fld>
            <a:endParaRPr lang="en-US"/>
          </a:p>
        </p:txBody>
      </p:sp>
    </p:spTree>
    <p:extLst>
      <p:ext uri="{BB962C8B-B14F-4D97-AF65-F5344CB8AC3E}">
        <p14:creationId xmlns:p14="http://schemas.microsoft.com/office/powerpoint/2010/main" val="1562588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sz="1700" dirty="0"/>
          </a:p>
          <a:p>
            <a:endParaRPr lang="en-US" dirty="0"/>
          </a:p>
        </p:txBody>
      </p:sp>
      <p:sp>
        <p:nvSpPr>
          <p:cNvPr id="4" name="Slide Number Placeholder 3"/>
          <p:cNvSpPr>
            <a:spLocks noGrp="1"/>
          </p:cNvSpPr>
          <p:nvPr>
            <p:ph type="sldNum" sz="quarter" idx="5"/>
          </p:nvPr>
        </p:nvSpPr>
        <p:spPr/>
        <p:txBody>
          <a:bodyPr/>
          <a:lstStyle/>
          <a:p>
            <a:fld id="{43D92567-D7D7-4223-A842-9A06E6D4E1F9}" type="slidenum">
              <a:rPr lang="en-US" smtClean="0"/>
              <a:t>8</a:t>
            </a:fld>
            <a:endParaRPr lang="en-US"/>
          </a:p>
        </p:txBody>
      </p:sp>
    </p:spTree>
    <p:extLst>
      <p:ext uri="{BB962C8B-B14F-4D97-AF65-F5344CB8AC3E}">
        <p14:creationId xmlns:p14="http://schemas.microsoft.com/office/powerpoint/2010/main" val="1548451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2A40E-C376-679B-B0D5-3F3D77C08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60F62-BA09-009F-BE45-2FD8AB102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C5E74-3D60-4163-AFC2-4F91D54D83C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74672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D92567-D7D7-4223-A842-9A06E6D4E1F9}" type="slidenum">
              <a:rPr lang="en-US" smtClean="0"/>
              <a:t>14</a:t>
            </a:fld>
            <a:endParaRPr lang="en-US"/>
          </a:p>
        </p:txBody>
      </p:sp>
    </p:spTree>
    <p:extLst>
      <p:ext uri="{BB962C8B-B14F-4D97-AF65-F5344CB8AC3E}">
        <p14:creationId xmlns:p14="http://schemas.microsoft.com/office/powerpoint/2010/main" val="2872133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3842-2BF4-B8C5-8AE4-D6B43D20FF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99460-7C59-E316-2B23-C1D9B5AD9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262F4A-77D4-B042-9A4B-3F4204FC83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2AEA82-DC0D-CB81-32C2-7D46F3AC313D}"/>
              </a:ext>
            </a:extLst>
          </p:cNvPr>
          <p:cNvSpPr>
            <a:spLocks noGrp="1"/>
          </p:cNvSpPr>
          <p:nvPr>
            <p:ph type="sldNum" sz="quarter" idx="5"/>
          </p:nvPr>
        </p:nvSpPr>
        <p:spPr/>
        <p:txBody>
          <a:bodyPr/>
          <a:lstStyle/>
          <a:p>
            <a:fld id="{43D92567-D7D7-4223-A842-9A06E6D4E1F9}" type="slidenum">
              <a:rPr lang="en-US" smtClean="0"/>
              <a:t>15</a:t>
            </a:fld>
            <a:endParaRPr lang="en-US"/>
          </a:p>
        </p:txBody>
      </p:sp>
    </p:spTree>
    <p:extLst>
      <p:ext uri="{BB962C8B-B14F-4D97-AF65-F5344CB8AC3E}">
        <p14:creationId xmlns:p14="http://schemas.microsoft.com/office/powerpoint/2010/main" val="3066605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673B5-563A-E894-F947-0A1337D61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EE8C4-AC8E-DA9A-59C4-A3BD3D42DC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A84472-5A62-745F-7E9D-D2BCA031D3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1892DE-E118-1810-B0DA-10FC1638661E}"/>
              </a:ext>
            </a:extLst>
          </p:cNvPr>
          <p:cNvSpPr>
            <a:spLocks noGrp="1"/>
          </p:cNvSpPr>
          <p:nvPr>
            <p:ph type="sldNum" sz="quarter" idx="5"/>
          </p:nvPr>
        </p:nvSpPr>
        <p:spPr/>
        <p:txBody>
          <a:bodyPr/>
          <a:lstStyle/>
          <a:p>
            <a:fld id="{43D92567-D7D7-4223-A842-9A06E6D4E1F9}" type="slidenum">
              <a:rPr lang="en-US" smtClean="0"/>
              <a:t>16</a:t>
            </a:fld>
            <a:endParaRPr lang="en-US"/>
          </a:p>
        </p:txBody>
      </p:sp>
    </p:spTree>
    <p:extLst>
      <p:ext uri="{BB962C8B-B14F-4D97-AF65-F5344CB8AC3E}">
        <p14:creationId xmlns:p14="http://schemas.microsoft.com/office/powerpoint/2010/main" val="2191857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D9417-581F-D648-0B89-3BF476AAD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8AA78-96D0-3BF6-99A9-84BAA7911A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0A0AB1-0F3A-DBDA-D621-4303CE919E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73B302-1361-F816-49EC-A6C0FD9A5769}"/>
              </a:ext>
            </a:extLst>
          </p:cNvPr>
          <p:cNvSpPr>
            <a:spLocks noGrp="1"/>
          </p:cNvSpPr>
          <p:nvPr>
            <p:ph type="sldNum" sz="quarter" idx="5"/>
          </p:nvPr>
        </p:nvSpPr>
        <p:spPr/>
        <p:txBody>
          <a:bodyPr/>
          <a:lstStyle/>
          <a:p>
            <a:fld id="{43D92567-D7D7-4223-A842-9A06E6D4E1F9}" type="slidenum">
              <a:rPr lang="en-US" smtClean="0"/>
              <a:t>17</a:t>
            </a:fld>
            <a:endParaRPr lang="en-US"/>
          </a:p>
        </p:txBody>
      </p:sp>
    </p:spTree>
    <p:extLst>
      <p:ext uri="{BB962C8B-B14F-4D97-AF65-F5344CB8AC3E}">
        <p14:creationId xmlns:p14="http://schemas.microsoft.com/office/powerpoint/2010/main" val="1886872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 ( Create and updates BIOS ingredients SPEED entries in sync with BIOS ingredient owners)</a:t>
            </a:r>
          </a:p>
          <a:p>
            <a:endParaRPr lang="en-US" dirty="0"/>
          </a:p>
        </p:txBody>
      </p:sp>
      <p:sp>
        <p:nvSpPr>
          <p:cNvPr id="4" name="Slide Number Placeholder 3"/>
          <p:cNvSpPr>
            <a:spLocks noGrp="1"/>
          </p:cNvSpPr>
          <p:nvPr>
            <p:ph type="sldNum" sz="quarter" idx="5"/>
          </p:nvPr>
        </p:nvSpPr>
        <p:spPr/>
        <p:txBody>
          <a:bodyPr/>
          <a:lstStyle/>
          <a:p>
            <a:fld id="{37B6D2FC-CFE2-47D2-8156-A94A4DEE2B21}" type="slidenum">
              <a:rPr lang="en-US" smtClean="0"/>
              <a:t>18</a:t>
            </a:fld>
            <a:endParaRPr lang="en-US"/>
          </a:p>
        </p:txBody>
      </p:sp>
    </p:spTree>
    <p:extLst>
      <p:ext uri="{BB962C8B-B14F-4D97-AF65-F5344CB8AC3E}">
        <p14:creationId xmlns:p14="http://schemas.microsoft.com/office/powerpoint/2010/main" val="637495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OWR == IPX IPV_GUID</a:t>
            </a:r>
          </a:p>
          <a:p>
            <a:endParaRPr lang="en-US" b="1" dirty="0"/>
          </a:p>
          <a:p>
            <a:endParaRPr lang="en-US" b="1"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7B6D2FC-CFE2-47D2-8156-A94A4DEE2B21}" type="slidenum">
              <a:rPr lang="en-US" smtClean="0"/>
              <a:t>19</a:t>
            </a:fld>
            <a:endParaRPr lang="en-US"/>
          </a:p>
        </p:txBody>
      </p:sp>
    </p:spTree>
    <p:extLst>
      <p:ext uri="{BB962C8B-B14F-4D97-AF65-F5344CB8AC3E}">
        <p14:creationId xmlns:p14="http://schemas.microsoft.com/office/powerpoint/2010/main" val="11664644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A4FB7-3BE8-1F24-1319-D78C67BB2E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DE395-4D99-E44C-1F1F-5904AB110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2B55C1-2609-11BD-468C-EC96CFA88EA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172752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5" name="Image" descr="Image">
            <a:extLst>
              <a:ext uri="{FF2B5EF4-FFF2-40B4-BE49-F238E27FC236}">
                <a16:creationId xmlns:a16="http://schemas.microsoft.com/office/drawing/2014/main" id="{9818CF95-FA2A-061B-8EE6-B145E3B37830}"/>
              </a:ext>
            </a:extLst>
          </p:cNvPr>
          <p:cNvPicPr>
            <a:picLocks noChangeAspect="1"/>
          </p:cNvPicPr>
          <p:nvPr userDrawn="1"/>
        </p:nvPicPr>
        <p:blipFill>
          <a:blip r:embed="rId3"/>
          <a:stretch>
            <a:fillRect/>
          </a:stretch>
        </p:blipFill>
        <p:spPr>
          <a:xfrm>
            <a:off x="11140515" y="1054159"/>
            <a:ext cx="1051485" cy="1051485"/>
          </a:xfrm>
          <a:prstGeom prst="rect">
            <a:avLst/>
          </a:prstGeom>
          <a:ln w="12700">
            <a:miter lim="400000"/>
          </a:ln>
        </p:spPr>
      </p:pic>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2958" y="991487"/>
            <a:ext cx="9106086" cy="557784"/>
          </a:xfrm>
          <a:prstGeom prst="rect">
            <a:avLst/>
          </a:prstGeom>
        </p:spPr>
        <p:txBody>
          <a:bodyPr anchor="b" anchorCtr="0">
            <a:normAutofit/>
          </a:bodyPr>
          <a:lstStyle>
            <a:lvl1pPr marL="0" indent="0">
              <a:buFontTx/>
              <a:buNone/>
              <a:defRPr sz="1600">
                <a:solidFill>
                  <a:schemeClr val="tx1"/>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8" y="1635111"/>
            <a:ext cx="9106926" cy="1874852"/>
          </a:xfrm>
        </p:spPr>
        <p:txBody>
          <a:bodyPr anchor="b"/>
          <a:lstStyle>
            <a:lvl1pPr algn="l">
              <a:defRPr sz="60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8" y="3602038"/>
            <a:ext cx="9106926" cy="1655762"/>
          </a:xfrm>
          <a:prstGeom prst="rect">
            <a:avLst/>
          </a:prstGeom>
        </p:spPr>
        <p:txBody>
          <a:bodyPr/>
          <a:lstStyle>
            <a:lvl1pPr marL="0" indent="0" algn="l">
              <a:buNone/>
              <a:defRPr sz="24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8784619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2538" y="991979"/>
            <a:ext cx="9106926" cy="557784"/>
          </a:xfrm>
          <a:prstGeom prst="rect">
            <a:avLst/>
          </a:prstGeom>
        </p:spPr>
        <p:txBody>
          <a:bodyPr anchor="b" anchorCtr="0">
            <a:normAutofit/>
          </a:bodyPr>
          <a:lstStyle>
            <a:lvl1pPr marL="0" indent="0">
              <a:buFontTx/>
              <a:buNone/>
              <a:defRPr sz="1600">
                <a:solidFill>
                  <a:schemeClr val="tx1"/>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8" y="1635111"/>
            <a:ext cx="9106926" cy="1874852"/>
          </a:xfrm>
        </p:spPr>
        <p:txBody>
          <a:bodyPr anchor="b"/>
          <a:lstStyle>
            <a:lvl1pPr algn="l">
              <a:defRPr sz="60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8" y="3602038"/>
            <a:ext cx="9106926" cy="1655762"/>
          </a:xfrm>
          <a:prstGeom prst="rect">
            <a:avLst/>
          </a:prstGeom>
        </p:spPr>
        <p:txBody>
          <a:bodyPr/>
          <a:lstStyle>
            <a:lvl1pPr marL="0" indent="0" algn="l">
              <a:buNone/>
              <a:defRPr sz="24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6" name="Image" descr="Image">
            <a:extLst>
              <a:ext uri="{FF2B5EF4-FFF2-40B4-BE49-F238E27FC236}">
                <a16:creationId xmlns:a16="http://schemas.microsoft.com/office/drawing/2014/main" id="{2CE7A424-9F2E-4536-9BF0-4F139F79D81D}"/>
              </a:ext>
            </a:extLst>
          </p:cNvPr>
          <p:cNvPicPr>
            <a:picLocks noChangeAspect="1"/>
          </p:cNvPicPr>
          <p:nvPr userDrawn="1"/>
        </p:nvPicPr>
        <p:blipFill>
          <a:blip r:embed="rId3"/>
          <a:stretch>
            <a:fillRect/>
          </a:stretch>
        </p:blipFill>
        <p:spPr>
          <a:xfrm>
            <a:off x="11140515" y="4591858"/>
            <a:ext cx="1051485" cy="1051485"/>
          </a:xfrm>
          <a:prstGeom prst="rect">
            <a:avLst/>
          </a:prstGeom>
          <a:ln w="12700">
            <a:miter lim="400000"/>
          </a:ln>
        </p:spPr>
      </p:pic>
    </p:spTree>
    <p:extLst>
      <p:ext uri="{BB962C8B-B14F-4D97-AF65-F5344CB8AC3E}">
        <p14:creationId xmlns:p14="http://schemas.microsoft.com/office/powerpoint/2010/main" val="19137949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Photo">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CC3FAF-2139-E507-FEED-8D70DBAECFAC}"/>
              </a:ext>
            </a:extLst>
          </p:cNvPr>
          <p:cNvPicPr>
            <a:picLocks noChangeAspect="1"/>
          </p:cNvPicPr>
          <p:nvPr userDrawn="1"/>
        </p:nvPicPr>
        <p:blipFill>
          <a:blip r:embed="rId2"/>
          <a:srcRect/>
          <a:stretch/>
        </p:blipFill>
        <p:spPr>
          <a:xfrm>
            <a:off x="762" y="858"/>
            <a:ext cx="12190476" cy="6857142"/>
          </a:xfrm>
          <a:prstGeom prst="rect">
            <a:avLst/>
          </a:prstGeom>
        </p:spPr>
      </p:pic>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638175" y="991979"/>
            <a:ext cx="6217920" cy="557784"/>
          </a:xfrm>
          <a:prstGeom prst="rect">
            <a:avLst/>
          </a:prstGeom>
        </p:spPr>
        <p:txBody>
          <a:bodyPr anchor="b" anchorCtr="0">
            <a:normAutofit/>
          </a:bodyPr>
          <a:lstStyle>
            <a:lvl1pPr marL="0" indent="0">
              <a:buFontTx/>
              <a:buNone/>
              <a:defRPr sz="1600">
                <a:solidFill>
                  <a:schemeClr val="tx1"/>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hasCustomPrompt="1"/>
          </p:nvPr>
        </p:nvSpPr>
        <p:spPr>
          <a:xfrm>
            <a:off x="638175" y="1635111"/>
            <a:ext cx="6217920" cy="1874852"/>
          </a:xfrm>
        </p:spPr>
        <p:txBody>
          <a:bodyPr anchor="b"/>
          <a:lstStyle>
            <a:lvl1pPr algn="l">
              <a:defRPr sz="6000">
                <a:solidFill>
                  <a:schemeClr val="tx1"/>
                </a:solidFill>
              </a:defRPr>
            </a:lvl1pPr>
          </a:lstStyle>
          <a:p>
            <a:r>
              <a:rPr lang="en-US" dirty="0"/>
              <a:t>Click to edit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638175" y="3602038"/>
            <a:ext cx="6217920" cy="1655762"/>
          </a:xfrm>
          <a:prstGeom prst="rect">
            <a:avLst/>
          </a:prstGeom>
        </p:spPr>
        <p:txBody>
          <a:bodyPr/>
          <a:lstStyle>
            <a:lvl1pPr marL="0" indent="0" algn="l">
              <a:buNone/>
              <a:defRPr sz="24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2" name="Image" descr="Image">
            <a:extLst>
              <a:ext uri="{FF2B5EF4-FFF2-40B4-BE49-F238E27FC236}">
                <a16:creationId xmlns:a16="http://schemas.microsoft.com/office/drawing/2014/main" id="{B9FABF23-2CC7-56D8-8DBD-18B2237FAB3C}"/>
              </a:ext>
            </a:extLst>
          </p:cNvPr>
          <p:cNvPicPr>
            <a:picLocks noChangeAspect="1"/>
          </p:cNvPicPr>
          <p:nvPr userDrawn="1"/>
        </p:nvPicPr>
        <p:blipFill>
          <a:blip r:embed="rId3"/>
          <a:stretch>
            <a:fillRect/>
          </a:stretch>
        </p:blipFill>
        <p:spPr>
          <a:xfrm>
            <a:off x="11140515" y="5806515"/>
            <a:ext cx="1051485" cy="1051485"/>
          </a:xfrm>
          <a:prstGeom prst="rect">
            <a:avLst/>
          </a:prstGeom>
          <a:ln w="12700">
            <a:miter lim="400000"/>
          </a:ln>
        </p:spPr>
      </p:pic>
    </p:spTree>
    <p:extLst>
      <p:ext uri="{BB962C8B-B14F-4D97-AF65-F5344CB8AC3E}">
        <p14:creationId xmlns:p14="http://schemas.microsoft.com/office/powerpoint/2010/main" val="4242425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hoto ALT">
    <p:bg>
      <p:bgPr>
        <a:solidFill>
          <a:schemeClr val="bg1"/>
        </a:solidFill>
        <a:effectLst/>
      </p:bgPr>
    </p:bg>
    <p:spTree>
      <p:nvGrpSpPr>
        <p:cNvPr id="1" name=""/>
        <p:cNvGrpSpPr/>
        <p:nvPr/>
      </p:nvGrpSpPr>
      <p:grpSpPr>
        <a:xfrm>
          <a:off x="0" y="0"/>
          <a:ext cx="0" cy="0"/>
          <a:chOff x="0" y="0"/>
          <a:chExt cx="0" cy="0"/>
        </a:xfrm>
      </p:grpSpPr>
      <p:pic>
        <p:nvPicPr>
          <p:cNvPr id="5" name="Picture 4" descr="A person in a hard hat using a computer&#10;&#10;Description automatically generated">
            <a:extLst>
              <a:ext uri="{FF2B5EF4-FFF2-40B4-BE49-F238E27FC236}">
                <a16:creationId xmlns:a16="http://schemas.microsoft.com/office/drawing/2014/main" id="{B5C27D20-9E4D-D38B-9616-A170F67D5F37}"/>
              </a:ext>
            </a:extLst>
          </p:cNvPr>
          <p:cNvPicPr>
            <a:picLocks noChangeAspect="1"/>
          </p:cNvPicPr>
          <p:nvPr userDrawn="1"/>
        </p:nvPicPr>
        <p:blipFill>
          <a:blip r:embed="rId2"/>
          <a:stretch>
            <a:fillRect/>
          </a:stretch>
        </p:blipFill>
        <p:spPr>
          <a:xfrm>
            <a:off x="762" y="857"/>
            <a:ext cx="12190476" cy="6857143"/>
          </a:xfrm>
          <a:prstGeom prst="rect">
            <a:avLst/>
          </a:prstGeom>
        </p:spPr>
      </p:pic>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638175" y="921700"/>
            <a:ext cx="10011290" cy="627700"/>
          </a:xfrm>
          <a:prstGeom prst="rect">
            <a:avLst/>
          </a:prstGeom>
        </p:spPr>
        <p:txBody>
          <a:bodyPr anchor="b" anchorCtr="0">
            <a:normAutofit/>
          </a:bodyPr>
          <a:lstStyle>
            <a:lvl1pPr marL="0" indent="0">
              <a:buFontTx/>
              <a:buNone/>
              <a:defRPr sz="1600">
                <a:solidFill>
                  <a:schemeClr val="tx1"/>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hasCustomPrompt="1"/>
          </p:nvPr>
        </p:nvSpPr>
        <p:spPr>
          <a:xfrm>
            <a:off x="638175" y="1641475"/>
            <a:ext cx="10011290" cy="1868488"/>
          </a:xfrm>
        </p:spPr>
        <p:txBody>
          <a:bodyPr anchor="b"/>
          <a:lstStyle>
            <a:lvl1pPr algn="l">
              <a:defRPr sz="6000">
                <a:solidFill>
                  <a:schemeClr val="tx1"/>
                </a:solidFill>
              </a:defRPr>
            </a:lvl1pPr>
          </a:lstStyle>
          <a:p>
            <a:r>
              <a:rPr lang="en-US" dirty="0"/>
              <a:t>Click to edit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638175" y="3602038"/>
            <a:ext cx="5457826" cy="1655762"/>
          </a:xfrm>
          <a:prstGeom prst="rect">
            <a:avLst/>
          </a:prstGeom>
        </p:spPr>
        <p:txBody>
          <a:bodyPr/>
          <a:lstStyle>
            <a:lvl1pPr marL="0" indent="0" algn="l">
              <a:buNone/>
              <a:defRPr sz="24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6" name="Image" descr="Image">
            <a:extLst>
              <a:ext uri="{FF2B5EF4-FFF2-40B4-BE49-F238E27FC236}">
                <a16:creationId xmlns:a16="http://schemas.microsoft.com/office/drawing/2014/main" id="{F2D067AA-CF22-8377-29C2-7700368F785F}"/>
              </a:ext>
            </a:extLst>
          </p:cNvPr>
          <p:cNvPicPr>
            <a:picLocks noChangeAspect="1"/>
          </p:cNvPicPr>
          <p:nvPr userDrawn="1"/>
        </p:nvPicPr>
        <p:blipFill>
          <a:blip r:embed="rId3"/>
          <a:stretch>
            <a:fillRect/>
          </a:stretch>
        </p:blipFill>
        <p:spPr>
          <a:xfrm>
            <a:off x="11140515" y="1054159"/>
            <a:ext cx="1051485" cy="1051485"/>
          </a:xfrm>
          <a:prstGeom prst="rect">
            <a:avLst/>
          </a:prstGeom>
          <a:ln w="12700">
            <a:miter lim="400000"/>
          </a:ln>
        </p:spPr>
      </p:pic>
    </p:spTree>
    <p:extLst>
      <p:ext uri="{BB962C8B-B14F-4D97-AF65-F5344CB8AC3E}">
        <p14:creationId xmlns:p14="http://schemas.microsoft.com/office/powerpoint/2010/main" val="1208039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641604" y="1736974"/>
            <a:ext cx="10908792" cy="1645920"/>
          </a:xfrm>
        </p:spPr>
        <p:txBody>
          <a:bodyPr anchor="b" anchorCtr="0">
            <a:normAutofit/>
          </a:bodyPr>
          <a:lstStyle>
            <a:lvl1pPr>
              <a:defRPr sz="6000">
                <a:solidFill>
                  <a:schemeClr val="tx1"/>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41604" y="3474720"/>
            <a:ext cx="10908792" cy="1645920"/>
          </a:xfrm>
          <a:prstGeom prst="rect">
            <a:avLst/>
          </a:prstGeom>
        </p:spPr>
        <p:txBody>
          <a:bodyPr>
            <a:normAutofit/>
          </a:bodyPr>
          <a:lstStyle>
            <a:lvl1pPr marL="0" indent="0">
              <a:buNone/>
              <a:defRPr sz="2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32791617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7AAF627-96B9-1B07-865F-891067A1B0F9}"/>
              </a:ext>
            </a:extLst>
          </p:cNvPr>
          <p:cNvSpPr>
            <a:spLocks noGrp="1"/>
          </p:cNvSpPr>
          <p:nvPr>
            <p:ph type="title"/>
          </p:nvPr>
        </p:nvSpPr>
        <p:spPr>
          <a:xfrm>
            <a:off x="641604" y="1736974"/>
            <a:ext cx="10908792" cy="1645920"/>
          </a:xfrm>
        </p:spPr>
        <p:txBody>
          <a:bodyPr anchor="b" anchorCtr="0">
            <a:normAutofit/>
          </a:bodyPr>
          <a:lstStyle>
            <a:lvl1pPr>
              <a:defRPr sz="6000">
                <a:solidFill>
                  <a:schemeClr val="tx1"/>
                </a:solidFill>
              </a:defRPr>
            </a:lvl1pPr>
          </a:lstStyle>
          <a:p>
            <a:r>
              <a:rPr lang="en-US"/>
              <a:t>Click to edit Master title style</a:t>
            </a:r>
            <a:endParaRPr lang="en-US" dirty="0"/>
          </a:p>
        </p:txBody>
      </p:sp>
      <p:sp>
        <p:nvSpPr>
          <p:cNvPr id="3" name="Text Placeholder 3">
            <a:extLst>
              <a:ext uri="{FF2B5EF4-FFF2-40B4-BE49-F238E27FC236}">
                <a16:creationId xmlns:a16="http://schemas.microsoft.com/office/drawing/2014/main" id="{55392E0C-68E9-279E-2A90-8D6F973683DB}"/>
              </a:ext>
            </a:extLst>
          </p:cNvPr>
          <p:cNvSpPr>
            <a:spLocks noGrp="1"/>
          </p:cNvSpPr>
          <p:nvPr>
            <p:ph type="body" sz="quarter" idx="10"/>
          </p:nvPr>
        </p:nvSpPr>
        <p:spPr>
          <a:xfrm>
            <a:off x="641604" y="3474720"/>
            <a:ext cx="10908792" cy="1645920"/>
          </a:xfrm>
          <a:prstGeom prst="rect">
            <a:avLst/>
          </a:prstGeom>
        </p:spPr>
        <p:txBody>
          <a:bodyPr>
            <a:normAutofit/>
          </a:bodyPr>
          <a:lstStyle>
            <a:lvl1pPr marL="0" indent="0">
              <a:buNone/>
              <a:defRPr sz="2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468919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2B38B89-F2CB-C489-DF3F-382E8AD3149D}"/>
              </a:ext>
            </a:extLst>
          </p:cNvPr>
          <p:cNvSpPr>
            <a:spLocks noGrp="1"/>
          </p:cNvSpPr>
          <p:nvPr>
            <p:ph type="title"/>
          </p:nvPr>
        </p:nvSpPr>
        <p:spPr>
          <a:xfrm>
            <a:off x="641604" y="1736974"/>
            <a:ext cx="10908792" cy="1645920"/>
          </a:xfrm>
        </p:spPr>
        <p:txBody>
          <a:bodyPr anchor="b" anchorCtr="0">
            <a:normAutofit/>
          </a:bodyPr>
          <a:lstStyle>
            <a:lvl1pPr>
              <a:defRPr sz="6000">
                <a:solidFill>
                  <a:schemeClr val="tx1"/>
                </a:solidFill>
              </a:defRPr>
            </a:lvl1pPr>
          </a:lstStyle>
          <a:p>
            <a:r>
              <a:rPr lang="en-US"/>
              <a:t>Click to edit Master title style</a:t>
            </a:r>
            <a:endParaRPr lang="en-US" dirty="0"/>
          </a:p>
        </p:txBody>
      </p:sp>
      <p:sp>
        <p:nvSpPr>
          <p:cNvPr id="3" name="Text Placeholder 3">
            <a:extLst>
              <a:ext uri="{FF2B5EF4-FFF2-40B4-BE49-F238E27FC236}">
                <a16:creationId xmlns:a16="http://schemas.microsoft.com/office/drawing/2014/main" id="{83886D6C-D376-01FD-66E8-E6BA107175EE}"/>
              </a:ext>
            </a:extLst>
          </p:cNvPr>
          <p:cNvSpPr>
            <a:spLocks noGrp="1"/>
          </p:cNvSpPr>
          <p:nvPr>
            <p:ph type="body" sz="quarter" idx="10"/>
          </p:nvPr>
        </p:nvSpPr>
        <p:spPr>
          <a:xfrm>
            <a:off x="641604" y="3474720"/>
            <a:ext cx="10908792" cy="1645920"/>
          </a:xfrm>
          <a:prstGeom prst="rect">
            <a:avLst/>
          </a:prstGeom>
        </p:spPr>
        <p:txBody>
          <a:bodyPr>
            <a:normAutofit/>
          </a:bodyPr>
          <a:lstStyle>
            <a:lvl1pPr marL="0" indent="0">
              <a:buNone/>
              <a:defRPr sz="2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10344690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6096000" y="457201"/>
            <a:ext cx="5454650" cy="575945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a:xfrm>
            <a:off x="639764" y="2936063"/>
            <a:ext cx="4816473" cy="3098025"/>
          </a:xfrm>
        </p:spPr>
        <p:txBody>
          <a:bodyPr anchor="t" anchorCtr="0">
            <a:normAutofit/>
          </a:bodyPr>
          <a:lstStyle>
            <a:lvl1pPr>
              <a:defRPr sz="48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6278563" y="639763"/>
            <a:ext cx="5089524" cy="914400"/>
          </a:xfrm>
        </p:spPr>
        <p:txBody>
          <a:bodyPr anchor="b" anchorCtr="0">
            <a:noAutofit/>
          </a:bodyPr>
          <a:lstStyle>
            <a:lvl1pPr marL="0" indent="0">
              <a:lnSpc>
                <a:spcPct val="90000"/>
              </a:lnSpc>
              <a:spcAft>
                <a:spcPts val="0"/>
              </a:spcAft>
              <a:buNone/>
              <a:defRPr sz="2800">
                <a:solidFill>
                  <a:schemeClr val="accent1"/>
                </a:solidFill>
                <a:latin typeface="+mj-lt"/>
              </a:defRPr>
            </a:lvl1pPr>
          </a:lstStyle>
          <a:p>
            <a:pPr lvl="0"/>
            <a:r>
              <a:rPr lang="en-US" dirty="0"/>
              <a:t>Click to edit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hasCustomPrompt="1"/>
          </p:nvPr>
        </p:nvSpPr>
        <p:spPr>
          <a:xfrm>
            <a:off x="6278563" y="1919923"/>
            <a:ext cx="5089524" cy="411416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13E42F70-ADFC-0CF5-A74D-1BC115862B76}"/>
              </a:ext>
            </a:extLst>
          </p:cNvPr>
          <p:cNvSpPr/>
          <p:nvPr userDrawn="1"/>
        </p:nvSpPr>
        <p:spPr>
          <a:xfrm flipH="1" flipV="1">
            <a:off x="481653" y="2777953"/>
            <a:ext cx="158111" cy="158111"/>
          </a:xfrm>
          <a:prstGeom prst="rect">
            <a:avLst/>
          </a:prstGeom>
          <a:solidFill>
            <a:srgbClr val="00A3F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0CD3FE73-2866-D8A4-681F-C9451CCD37B0}"/>
              </a:ext>
            </a:extLst>
          </p:cNvPr>
          <p:cNvSpPr/>
          <p:nvPr userDrawn="1"/>
        </p:nvSpPr>
        <p:spPr>
          <a:xfrm flipH="1" flipV="1">
            <a:off x="-1" y="2296300"/>
            <a:ext cx="481653" cy="481653"/>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Tree>
    <p:extLst>
      <p:ext uri="{BB962C8B-B14F-4D97-AF65-F5344CB8AC3E}">
        <p14:creationId xmlns:p14="http://schemas.microsoft.com/office/powerpoint/2010/main" val="65255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5">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6096000" y="457201"/>
            <a:ext cx="5454650" cy="575945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a:xfrm>
            <a:off x="1042099" y="1388966"/>
            <a:ext cx="4080066" cy="4080068"/>
          </a:xfrm>
        </p:spPr>
        <p:txBody>
          <a:bodyPr anchor="ctr" anchorCtr="0">
            <a:normAutofit/>
          </a:bodyPr>
          <a:lstStyle>
            <a:lvl1pPr>
              <a:defRPr sz="48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6278563" y="639763"/>
            <a:ext cx="5089524" cy="914400"/>
          </a:xfrm>
        </p:spPr>
        <p:txBody>
          <a:bodyPr anchor="b" anchorCtr="0">
            <a:noAutofit/>
          </a:bodyPr>
          <a:lstStyle>
            <a:lvl1pPr marL="0" indent="0">
              <a:lnSpc>
                <a:spcPct val="90000"/>
              </a:lnSpc>
              <a:spcAft>
                <a:spcPts val="0"/>
              </a:spcAft>
              <a:buNone/>
              <a:defRPr sz="2800">
                <a:solidFill>
                  <a:schemeClr val="accent1"/>
                </a:solidFill>
                <a:latin typeface="+mj-lt"/>
              </a:defRPr>
            </a:lvl1pPr>
          </a:lstStyle>
          <a:p>
            <a:pPr lvl="0"/>
            <a:r>
              <a:rPr lang="en-US" dirty="0"/>
              <a:t>Click to edit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hasCustomPrompt="1"/>
          </p:nvPr>
        </p:nvSpPr>
        <p:spPr>
          <a:xfrm>
            <a:off x="6278563" y="1919923"/>
            <a:ext cx="5089524" cy="411416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CB6F4F00-CDC9-6735-9D6B-2CCC0B146965}"/>
              </a:ext>
            </a:extLst>
          </p:cNvPr>
          <p:cNvSpPr/>
          <p:nvPr userDrawn="1"/>
        </p:nvSpPr>
        <p:spPr>
          <a:xfrm>
            <a:off x="353109" y="699977"/>
            <a:ext cx="286654" cy="286654"/>
          </a:xfrm>
          <a:prstGeom prst="rect">
            <a:avLst/>
          </a:prstGeom>
          <a:solidFill>
            <a:srgbClr val="004A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AC39B61-727C-90C5-1B9E-2F00E28DFCE7}"/>
              </a:ext>
            </a:extLst>
          </p:cNvPr>
          <p:cNvSpPr/>
          <p:nvPr userDrawn="1"/>
        </p:nvSpPr>
        <p:spPr>
          <a:xfrm>
            <a:off x="639763" y="0"/>
            <a:ext cx="699977" cy="699977"/>
          </a:xfrm>
          <a:prstGeom prst="rect">
            <a:avLst/>
          </a:prstGeom>
          <a:solidFill>
            <a:srgbClr val="76C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23" name="Rectangle 22">
            <a:extLst>
              <a:ext uri="{FF2B5EF4-FFF2-40B4-BE49-F238E27FC236}">
                <a16:creationId xmlns:a16="http://schemas.microsoft.com/office/drawing/2014/main" id="{77026276-E330-3E18-B1EA-D74EADA3CA71}"/>
              </a:ext>
            </a:extLst>
          </p:cNvPr>
          <p:cNvSpPr>
            <a:spLocks noChangeAspect="1"/>
          </p:cNvSpPr>
          <p:nvPr userDrawn="1"/>
        </p:nvSpPr>
        <p:spPr>
          <a:xfrm>
            <a:off x="5737098" y="840327"/>
            <a:ext cx="146304" cy="146304"/>
          </a:xfrm>
          <a:prstGeom prst="rect">
            <a:avLst/>
          </a:prstGeom>
          <a:solidFill>
            <a:srgbClr val="70854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24" name="Freeform: Shape 23">
            <a:extLst>
              <a:ext uri="{FF2B5EF4-FFF2-40B4-BE49-F238E27FC236}">
                <a16:creationId xmlns:a16="http://schemas.microsoft.com/office/drawing/2014/main" id="{917872D5-2AD5-9AC5-D538-3ABF7712A161}"/>
              </a:ext>
            </a:extLst>
          </p:cNvPr>
          <p:cNvSpPr>
            <a:spLocks noChangeAspect="1"/>
          </p:cNvSpPr>
          <p:nvPr userDrawn="1"/>
        </p:nvSpPr>
        <p:spPr>
          <a:xfrm>
            <a:off x="5165598" y="268827"/>
            <a:ext cx="571500" cy="571500"/>
          </a:xfrm>
          <a:custGeom>
            <a:avLst/>
            <a:gdLst>
              <a:gd name="connsiteX0" fmla="*/ 36576 w 571500"/>
              <a:gd name="connsiteY0" fmla="*/ 36576 h 571500"/>
              <a:gd name="connsiteX1" fmla="*/ 36576 w 571500"/>
              <a:gd name="connsiteY1" fmla="*/ 534924 h 571500"/>
              <a:gd name="connsiteX2" fmla="*/ 534924 w 571500"/>
              <a:gd name="connsiteY2" fmla="*/ 534924 h 571500"/>
              <a:gd name="connsiteX3" fmla="*/ 534924 w 571500"/>
              <a:gd name="connsiteY3" fmla="*/ 36576 h 571500"/>
              <a:gd name="connsiteX4" fmla="*/ 0 w 571500"/>
              <a:gd name="connsiteY4" fmla="*/ 0 h 571500"/>
              <a:gd name="connsiteX5" fmla="*/ 571500 w 571500"/>
              <a:gd name="connsiteY5" fmla="*/ 0 h 571500"/>
              <a:gd name="connsiteX6" fmla="*/ 571500 w 571500"/>
              <a:gd name="connsiteY6" fmla="*/ 571500 h 571500"/>
              <a:gd name="connsiteX7" fmla="*/ 0 w 571500"/>
              <a:gd name="connsiteY7" fmla="*/ 57150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571500">
                <a:moveTo>
                  <a:pt x="36576" y="36576"/>
                </a:moveTo>
                <a:lnTo>
                  <a:pt x="36576" y="534924"/>
                </a:lnTo>
                <a:lnTo>
                  <a:pt x="534924" y="534924"/>
                </a:lnTo>
                <a:lnTo>
                  <a:pt x="534924" y="36576"/>
                </a:lnTo>
                <a:close/>
                <a:moveTo>
                  <a:pt x="0" y="0"/>
                </a:moveTo>
                <a:lnTo>
                  <a:pt x="571500" y="0"/>
                </a:lnTo>
                <a:lnTo>
                  <a:pt x="571500" y="571500"/>
                </a:lnTo>
                <a:lnTo>
                  <a:pt x="0" y="57150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9" name="Freeform: Shape 8">
            <a:extLst>
              <a:ext uri="{FF2B5EF4-FFF2-40B4-BE49-F238E27FC236}">
                <a16:creationId xmlns:a16="http://schemas.microsoft.com/office/drawing/2014/main" id="{A553456B-AF9C-17F6-D519-DA302BACB8EB}"/>
              </a:ext>
            </a:extLst>
          </p:cNvPr>
          <p:cNvSpPr/>
          <p:nvPr userDrawn="1"/>
        </p:nvSpPr>
        <p:spPr>
          <a:xfrm>
            <a:off x="639763" y="986632"/>
            <a:ext cx="4884737" cy="4884737"/>
          </a:xfrm>
          <a:custGeom>
            <a:avLst/>
            <a:gdLst>
              <a:gd name="connsiteX0" fmla="*/ 36577 w 4884737"/>
              <a:gd name="connsiteY0" fmla="*/ 36577 h 4884737"/>
              <a:gd name="connsiteX1" fmla="*/ 36577 w 4884737"/>
              <a:gd name="connsiteY1" fmla="*/ 4848161 h 4884737"/>
              <a:gd name="connsiteX2" fmla="*/ 4848161 w 4884737"/>
              <a:gd name="connsiteY2" fmla="*/ 4848161 h 4884737"/>
              <a:gd name="connsiteX3" fmla="*/ 4848161 w 4884737"/>
              <a:gd name="connsiteY3" fmla="*/ 36577 h 4884737"/>
              <a:gd name="connsiteX4" fmla="*/ 0 w 4884737"/>
              <a:gd name="connsiteY4" fmla="*/ 0 h 4884737"/>
              <a:gd name="connsiteX5" fmla="*/ 4884737 w 4884737"/>
              <a:gd name="connsiteY5" fmla="*/ 0 h 4884737"/>
              <a:gd name="connsiteX6" fmla="*/ 4884737 w 4884737"/>
              <a:gd name="connsiteY6" fmla="*/ 4884737 h 4884737"/>
              <a:gd name="connsiteX7" fmla="*/ 0 w 4884737"/>
              <a:gd name="connsiteY7" fmla="*/ 4884737 h 4884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84737" h="4884737">
                <a:moveTo>
                  <a:pt x="36577" y="36577"/>
                </a:moveTo>
                <a:lnTo>
                  <a:pt x="36577" y="4848161"/>
                </a:lnTo>
                <a:lnTo>
                  <a:pt x="4848161" y="4848161"/>
                </a:lnTo>
                <a:lnTo>
                  <a:pt x="4848161" y="36577"/>
                </a:lnTo>
                <a:close/>
                <a:moveTo>
                  <a:pt x="0" y="0"/>
                </a:moveTo>
                <a:lnTo>
                  <a:pt x="4884737" y="0"/>
                </a:lnTo>
                <a:lnTo>
                  <a:pt x="4884737" y="4884737"/>
                </a:lnTo>
                <a:lnTo>
                  <a:pt x="0" y="488473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11" name="Rectangle 10">
            <a:extLst>
              <a:ext uri="{FF2B5EF4-FFF2-40B4-BE49-F238E27FC236}">
                <a16:creationId xmlns:a16="http://schemas.microsoft.com/office/drawing/2014/main" id="{A7734E9D-E3E3-2788-907D-77C8F757FBA1}"/>
              </a:ext>
            </a:extLst>
          </p:cNvPr>
          <p:cNvSpPr>
            <a:spLocks noChangeAspect="1"/>
          </p:cNvSpPr>
          <p:nvPr userDrawn="1"/>
        </p:nvSpPr>
        <p:spPr>
          <a:xfrm>
            <a:off x="493459" y="6069087"/>
            <a:ext cx="146304" cy="146304"/>
          </a:xfrm>
          <a:prstGeom prst="rect">
            <a:avLst/>
          </a:prstGeom>
          <a:solidFill>
            <a:srgbClr val="FFE17A"/>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15" name="Rectangle 14">
            <a:extLst>
              <a:ext uri="{FF2B5EF4-FFF2-40B4-BE49-F238E27FC236}">
                <a16:creationId xmlns:a16="http://schemas.microsoft.com/office/drawing/2014/main" id="{6BB6C294-D920-E372-8644-89B2AFE503A8}"/>
              </a:ext>
            </a:extLst>
          </p:cNvPr>
          <p:cNvSpPr>
            <a:spLocks noChangeAspect="1"/>
          </p:cNvSpPr>
          <p:nvPr userDrawn="1"/>
        </p:nvSpPr>
        <p:spPr>
          <a:xfrm>
            <a:off x="197874" y="5781209"/>
            <a:ext cx="292608" cy="2926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Tree>
    <p:extLst>
      <p:ext uri="{BB962C8B-B14F-4D97-AF65-F5344CB8AC3E}">
        <p14:creationId xmlns:p14="http://schemas.microsoft.com/office/powerpoint/2010/main" val="4113724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D23E5-8B42-FBB3-8E22-4702FB672B00}"/>
              </a:ext>
            </a:extLst>
          </p:cNvPr>
          <p:cNvSpPr>
            <a:spLocks noGrp="1"/>
          </p:cNvSpPr>
          <p:nvPr>
            <p:ph type="title" hasCustomPrompt="1"/>
          </p:nvPr>
        </p:nvSpPr>
        <p:spPr>
          <a:xfrm>
            <a:off x="640080" y="2193926"/>
            <a:ext cx="2286000" cy="2285999"/>
          </a:xfrm>
          <a:solidFill>
            <a:schemeClr val="bg1"/>
          </a:solidFill>
        </p:spPr>
        <p:txBody>
          <a:bodyPr lIns="137160" tIns="137160" rIns="137160" bIns="137160" anchor="ctr"/>
          <a:lstStyle>
            <a:lvl1pPr algn="ctr">
              <a:lnSpc>
                <a:spcPct val="100000"/>
              </a:lnSpc>
              <a:defRPr>
                <a:solidFill>
                  <a:schemeClr val="tx1"/>
                </a:solidFill>
              </a:defRPr>
            </a:lvl1pPr>
          </a:lstStyle>
          <a:p>
            <a:r>
              <a:rPr lang="en-US" dirty="0"/>
              <a:t>Click to edit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hasCustomPrompt="1"/>
          </p:nvPr>
        </p:nvSpPr>
        <p:spPr>
          <a:xfrm>
            <a:off x="4011475" y="457200"/>
            <a:ext cx="7321306" cy="5759452"/>
          </a:xfrm>
        </p:spPr>
        <p:txBody>
          <a:bodyPr anchor="ctr">
            <a:normAutofit/>
          </a:bodyPr>
          <a:lstStyle>
            <a:lvl1pPr marL="282575" indent="-282575">
              <a:buClrTx/>
              <a:defRPr sz="2800"/>
            </a:lvl1pPr>
            <a:lvl2pPr marL="576263" indent="-283464">
              <a:buClrTx/>
              <a:defRPr sz="2800"/>
            </a:lvl2pPr>
            <a:lvl3pPr marL="860425" indent="-284163">
              <a:buClrTx/>
              <a:defRPr sz="2800"/>
            </a:lvl3pPr>
            <a:lvl4pPr marL="1143000" indent="-282575">
              <a:buClrTx/>
              <a:defRPr sz="2800"/>
            </a:lvl4pPr>
            <a:lvl5pPr marL="1425575" indent="-282575">
              <a:buClrTx/>
              <a:defRPr sz="28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55B5CE75-DAC0-B85B-A46E-20FB088779F1}"/>
              </a:ext>
            </a:extLst>
          </p:cNvPr>
          <p:cNvSpPr/>
          <p:nvPr userDrawn="1"/>
        </p:nvSpPr>
        <p:spPr>
          <a:xfrm>
            <a:off x="640080" y="1267509"/>
            <a:ext cx="286654" cy="286654"/>
          </a:xfrm>
          <a:prstGeom prst="rect">
            <a:avLst/>
          </a:prstGeom>
          <a:solidFill>
            <a:srgbClr val="AEAEA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0A86A3D7-ABFA-1810-E27B-2203CCB7BFA7}"/>
              </a:ext>
            </a:extLst>
          </p:cNvPr>
          <p:cNvSpPr/>
          <p:nvPr userDrawn="1"/>
        </p:nvSpPr>
        <p:spPr>
          <a:xfrm>
            <a:off x="0" y="1554163"/>
            <a:ext cx="639763" cy="639763"/>
          </a:xfrm>
          <a:prstGeom prst="rect">
            <a:avLst/>
          </a:prstGeom>
          <a:solidFill>
            <a:srgbClr val="80808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cxnSp>
        <p:nvCxnSpPr>
          <p:cNvPr id="4" name="Straight Connector 3">
            <a:extLst>
              <a:ext uri="{FF2B5EF4-FFF2-40B4-BE49-F238E27FC236}">
                <a16:creationId xmlns:a16="http://schemas.microsoft.com/office/drawing/2014/main" id="{FF998457-FE99-752A-AEA8-4911FE9BA7D7}"/>
              </a:ext>
            </a:extLst>
          </p:cNvPr>
          <p:cNvCxnSpPr>
            <a:cxnSpLocks/>
          </p:cNvCxnSpPr>
          <p:nvPr userDrawn="1"/>
        </p:nvCxnSpPr>
        <p:spPr>
          <a:xfrm>
            <a:off x="3468777" y="892968"/>
            <a:ext cx="0" cy="5070475"/>
          </a:xfrm>
          <a:prstGeom prst="line">
            <a:avLst/>
          </a:prstGeom>
          <a:noFill/>
          <a:ln w="12700" cap="flat">
            <a:gradFill>
              <a:gsLst>
                <a:gs pos="0">
                  <a:srgbClr val="808080">
                    <a:alpha val="0"/>
                  </a:srgbClr>
                </a:gs>
                <a:gs pos="50000">
                  <a:srgbClr val="808080"/>
                </a:gs>
                <a:gs pos="100000">
                  <a:srgbClr val="808080">
                    <a:alpha val="0"/>
                  </a:srgbClr>
                </a:gs>
              </a:gsLst>
              <a:lin ang="5400000" scaled="1"/>
            </a:gradFill>
            <a:prstDash val="solid"/>
            <a:miter lim="8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301518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D23E5-8B42-FBB3-8E22-4702FB672B00}"/>
              </a:ext>
            </a:extLst>
          </p:cNvPr>
          <p:cNvSpPr>
            <a:spLocks noGrp="1"/>
          </p:cNvSpPr>
          <p:nvPr>
            <p:ph type="title" hasCustomPrompt="1"/>
          </p:nvPr>
        </p:nvSpPr>
        <p:spPr>
          <a:xfrm>
            <a:off x="640080" y="470262"/>
            <a:ext cx="2286000" cy="2285999"/>
          </a:xfrm>
          <a:solidFill>
            <a:schemeClr val="accent1"/>
          </a:solidFill>
        </p:spPr>
        <p:txBody>
          <a:bodyPr lIns="137160" tIns="137160" rIns="137160" bIns="137160" anchor="ctr"/>
          <a:lstStyle>
            <a:lvl1pPr algn="ctr">
              <a:lnSpc>
                <a:spcPct val="100000"/>
              </a:lnSpc>
              <a:defRPr>
                <a:solidFill>
                  <a:schemeClr val="bg1"/>
                </a:solidFill>
              </a:defRPr>
            </a:lvl1pPr>
          </a:lstStyle>
          <a:p>
            <a:r>
              <a:rPr lang="en-US" dirty="0"/>
              <a:t>Click to edit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hasCustomPrompt="1"/>
          </p:nvPr>
        </p:nvSpPr>
        <p:spPr>
          <a:xfrm>
            <a:off x="3615799" y="674195"/>
            <a:ext cx="7716982" cy="5326729"/>
          </a:xfrm>
        </p:spPr>
        <p:txBody>
          <a:bodyPr anchor="ctr">
            <a:normAutofit/>
          </a:bodyPr>
          <a:lstStyle>
            <a:lvl1pPr marL="282575" indent="-282575">
              <a:buClr>
                <a:schemeClr val="accent1"/>
              </a:buClr>
              <a:defRPr sz="2800"/>
            </a:lvl1pPr>
            <a:lvl2pPr marL="576263" indent="-283464">
              <a:buClr>
                <a:schemeClr val="accent1"/>
              </a:buClr>
              <a:defRPr sz="2800"/>
            </a:lvl2pPr>
            <a:lvl3pPr marL="860425" indent="-284163">
              <a:buClr>
                <a:schemeClr val="accent1"/>
              </a:buClr>
              <a:defRPr sz="2800"/>
            </a:lvl3pPr>
            <a:lvl4pPr marL="1143000" indent="-282575">
              <a:buClr>
                <a:schemeClr val="accent1"/>
              </a:buClr>
              <a:defRPr sz="2800"/>
            </a:lvl4pPr>
            <a:lvl5pPr marL="1425575" indent="-282575">
              <a:buClr>
                <a:schemeClr val="accent1"/>
              </a:buClr>
              <a:defRPr sz="28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98A8297-402E-2464-D5D4-50C39D7262FD}"/>
              </a:ext>
            </a:extLst>
          </p:cNvPr>
          <p:cNvSpPr/>
          <p:nvPr userDrawn="1"/>
        </p:nvSpPr>
        <p:spPr>
          <a:xfrm>
            <a:off x="635074" y="3042917"/>
            <a:ext cx="158111" cy="158111"/>
          </a:xfrm>
          <a:prstGeom prst="rect">
            <a:avLst/>
          </a:prstGeom>
          <a:solidFill>
            <a:srgbClr val="00A3F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6" name="Rectangle 5">
            <a:extLst>
              <a:ext uri="{FF2B5EF4-FFF2-40B4-BE49-F238E27FC236}">
                <a16:creationId xmlns:a16="http://schemas.microsoft.com/office/drawing/2014/main" id="{55B5CE75-DAC0-B85B-A46E-20FB088779F1}"/>
              </a:ext>
            </a:extLst>
          </p:cNvPr>
          <p:cNvSpPr/>
          <p:nvPr userDrawn="1"/>
        </p:nvSpPr>
        <p:spPr>
          <a:xfrm>
            <a:off x="353426" y="2756263"/>
            <a:ext cx="286654" cy="286654"/>
          </a:xfrm>
          <a:prstGeom prst="rect">
            <a:avLst/>
          </a:prstGeom>
          <a:solidFill>
            <a:srgbClr val="76C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0A86A3D7-ABFA-1810-E27B-2203CCB7BFA7}"/>
              </a:ext>
            </a:extLst>
          </p:cNvPr>
          <p:cNvSpPr/>
          <p:nvPr userDrawn="1"/>
        </p:nvSpPr>
        <p:spPr>
          <a:xfrm>
            <a:off x="2926080" y="-1"/>
            <a:ext cx="470263" cy="470263"/>
          </a:xfrm>
          <a:prstGeom prst="rect">
            <a:avLst/>
          </a:prstGeom>
          <a:solidFill>
            <a:srgbClr val="004A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8" name="Freeform: Shape 7">
            <a:extLst>
              <a:ext uri="{FF2B5EF4-FFF2-40B4-BE49-F238E27FC236}">
                <a16:creationId xmlns:a16="http://schemas.microsoft.com/office/drawing/2014/main" id="{2D7F80F4-A0AA-A87A-F6A7-E2FC8FA3FBC1}"/>
              </a:ext>
            </a:extLst>
          </p:cNvPr>
          <p:cNvSpPr/>
          <p:nvPr userDrawn="1"/>
        </p:nvSpPr>
        <p:spPr>
          <a:xfrm>
            <a:off x="3396342" y="457200"/>
            <a:ext cx="8155895" cy="5759450"/>
          </a:xfrm>
          <a:custGeom>
            <a:avLst/>
            <a:gdLst>
              <a:gd name="connsiteX0" fmla="*/ 36577 w 8155895"/>
              <a:gd name="connsiteY0" fmla="*/ 36576 h 5759450"/>
              <a:gd name="connsiteX1" fmla="*/ 36577 w 8155895"/>
              <a:gd name="connsiteY1" fmla="*/ 5722874 h 5759450"/>
              <a:gd name="connsiteX2" fmla="*/ 8119319 w 8155895"/>
              <a:gd name="connsiteY2" fmla="*/ 5722874 h 5759450"/>
              <a:gd name="connsiteX3" fmla="*/ 8119319 w 8155895"/>
              <a:gd name="connsiteY3" fmla="*/ 36576 h 5759450"/>
              <a:gd name="connsiteX4" fmla="*/ 0 w 8155895"/>
              <a:gd name="connsiteY4" fmla="*/ 0 h 5759450"/>
              <a:gd name="connsiteX5" fmla="*/ 8155895 w 8155895"/>
              <a:gd name="connsiteY5" fmla="*/ 0 h 5759450"/>
              <a:gd name="connsiteX6" fmla="*/ 8155895 w 8155895"/>
              <a:gd name="connsiteY6" fmla="*/ 5759450 h 5759450"/>
              <a:gd name="connsiteX7" fmla="*/ 0 w 8155895"/>
              <a:gd name="connsiteY7" fmla="*/ 5759450 h 575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55895" h="5759450">
                <a:moveTo>
                  <a:pt x="36577" y="36576"/>
                </a:moveTo>
                <a:lnTo>
                  <a:pt x="36577" y="5722874"/>
                </a:lnTo>
                <a:lnTo>
                  <a:pt x="8119319" y="5722874"/>
                </a:lnTo>
                <a:lnTo>
                  <a:pt x="8119319" y="36576"/>
                </a:lnTo>
                <a:close/>
                <a:moveTo>
                  <a:pt x="0" y="0"/>
                </a:moveTo>
                <a:lnTo>
                  <a:pt x="8155895" y="0"/>
                </a:lnTo>
                <a:lnTo>
                  <a:pt x="8155895" y="5759450"/>
                </a:lnTo>
                <a:lnTo>
                  <a:pt x="0" y="57594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Tree>
    <p:extLst>
      <p:ext uri="{BB962C8B-B14F-4D97-AF65-F5344CB8AC3E}">
        <p14:creationId xmlns:p14="http://schemas.microsoft.com/office/powerpoint/2010/main" val="2770833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910AD50-8C19-CD36-303A-F51D4DFF754B}"/>
              </a:ext>
            </a:extLst>
          </p:cNvPr>
          <p:cNvSpPr txBox="1">
            <a:spLocks/>
          </p:cNvSpPr>
          <p:nvPr userDrawn="1"/>
        </p:nvSpPr>
        <p:spPr>
          <a:xfrm>
            <a:off x="640080" y="697552"/>
            <a:ext cx="2560320" cy="2560319"/>
          </a:xfrm>
          <a:custGeom>
            <a:avLst/>
            <a:gdLst>
              <a:gd name="connsiteX0" fmla="*/ 36576 w 2560320"/>
              <a:gd name="connsiteY0" fmla="*/ 36577 h 2560319"/>
              <a:gd name="connsiteX1" fmla="*/ 36576 w 2560320"/>
              <a:gd name="connsiteY1" fmla="*/ 2523743 h 2560319"/>
              <a:gd name="connsiteX2" fmla="*/ 2523744 w 2560320"/>
              <a:gd name="connsiteY2" fmla="*/ 2523743 h 2560319"/>
              <a:gd name="connsiteX3" fmla="*/ 2523744 w 2560320"/>
              <a:gd name="connsiteY3" fmla="*/ 36577 h 2560319"/>
              <a:gd name="connsiteX4" fmla="*/ 0 w 2560320"/>
              <a:gd name="connsiteY4" fmla="*/ 0 h 2560319"/>
              <a:gd name="connsiteX5" fmla="*/ 2560320 w 2560320"/>
              <a:gd name="connsiteY5" fmla="*/ 0 h 2560319"/>
              <a:gd name="connsiteX6" fmla="*/ 2560320 w 2560320"/>
              <a:gd name="connsiteY6" fmla="*/ 2560319 h 2560319"/>
              <a:gd name="connsiteX7" fmla="*/ 0 w 2560320"/>
              <a:gd name="connsiteY7" fmla="*/ 2560319 h 256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0320" h="2560319">
                <a:moveTo>
                  <a:pt x="36576" y="36577"/>
                </a:moveTo>
                <a:lnTo>
                  <a:pt x="36576" y="2523743"/>
                </a:lnTo>
                <a:lnTo>
                  <a:pt x="2523744" y="2523743"/>
                </a:lnTo>
                <a:lnTo>
                  <a:pt x="2523744" y="36577"/>
                </a:lnTo>
                <a:close/>
                <a:moveTo>
                  <a:pt x="0" y="0"/>
                </a:moveTo>
                <a:lnTo>
                  <a:pt x="2560320" y="0"/>
                </a:lnTo>
                <a:lnTo>
                  <a:pt x="2560320" y="2560319"/>
                </a:lnTo>
                <a:lnTo>
                  <a:pt x="0" y="2560319"/>
                </a:lnTo>
                <a:close/>
              </a:path>
            </a:pathLst>
          </a:custGeom>
          <a:solidFill>
            <a:schemeClr val="accent1"/>
          </a:solidFill>
        </p:spPr>
        <p:txBody>
          <a:bodyPr vert="horz" wrap="square" lIns="0" tIns="0" rIns="0" bIns="0" rtlCol="0" anchor="ctr" anchorCtr="0">
            <a:noAutofit/>
          </a:bodyPr>
          <a:lstStyle>
            <a:lvl1pPr algn="ctr" defTabSz="914400" rtl="0" eaLnBrk="1" latinLnBrk="0" hangingPunct="1">
              <a:lnSpc>
                <a:spcPct val="100000"/>
              </a:lnSpc>
              <a:spcBef>
                <a:spcPct val="0"/>
              </a:spcBef>
              <a:buNone/>
              <a:defRPr sz="2800" kern="1200">
                <a:solidFill>
                  <a:schemeClr val="bg1"/>
                </a:solidFill>
                <a:latin typeface="+mj-lt"/>
                <a:ea typeface="+mj-ea"/>
                <a:cs typeface="+mj-cs"/>
              </a:defRPr>
            </a:lvl1pPr>
          </a:lstStyle>
          <a:p>
            <a:endParaRPr lang="en-US" dirty="0"/>
          </a:p>
        </p:txBody>
      </p:sp>
      <p:sp>
        <p:nvSpPr>
          <p:cNvPr id="3" name="Title 1">
            <a:extLst>
              <a:ext uri="{FF2B5EF4-FFF2-40B4-BE49-F238E27FC236}">
                <a16:creationId xmlns:a16="http://schemas.microsoft.com/office/drawing/2014/main" id="{5E68CCCA-E12E-BA3E-D20C-9FF3C8FD7AA2}"/>
              </a:ext>
            </a:extLst>
          </p:cNvPr>
          <p:cNvSpPr>
            <a:spLocks noGrp="1"/>
          </p:cNvSpPr>
          <p:nvPr>
            <p:ph type="title" hasCustomPrompt="1"/>
          </p:nvPr>
        </p:nvSpPr>
        <p:spPr>
          <a:xfrm>
            <a:off x="859536" y="917008"/>
            <a:ext cx="2121408" cy="2121406"/>
          </a:xfrm>
          <a:noFill/>
        </p:spPr>
        <p:txBody>
          <a:bodyPr anchor="ctr"/>
          <a:lstStyle>
            <a:lvl1pPr algn="ctr">
              <a:lnSpc>
                <a:spcPct val="100000"/>
              </a:lnSpc>
              <a:defRPr>
                <a:solidFill>
                  <a:schemeClr val="tx1"/>
                </a:solidFill>
              </a:defRPr>
            </a:lvl1pPr>
          </a:lstStyle>
          <a:p>
            <a:r>
              <a:rPr lang="en-US" dirty="0"/>
              <a:t>Click to edit title style</a:t>
            </a:r>
          </a:p>
        </p:txBody>
      </p:sp>
      <p:sp>
        <p:nvSpPr>
          <p:cNvPr id="16" name="Content Placeholder 2">
            <a:extLst>
              <a:ext uri="{FF2B5EF4-FFF2-40B4-BE49-F238E27FC236}">
                <a16:creationId xmlns:a16="http://schemas.microsoft.com/office/drawing/2014/main" id="{7FC8DD9D-57D0-2EF1-6584-8308A28B01F0}"/>
              </a:ext>
            </a:extLst>
          </p:cNvPr>
          <p:cNvSpPr>
            <a:spLocks noGrp="1"/>
          </p:cNvSpPr>
          <p:nvPr>
            <p:ph idx="1" hasCustomPrompt="1"/>
          </p:nvPr>
        </p:nvSpPr>
        <p:spPr>
          <a:xfrm>
            <a:off x="4597078" y="457200"/>
            <a:ext cx="6735702" cy="5759452"/>
          </a:xfrm>
        </p:spPr>
        <p:txBody>
          <a:bodyPr anchor="ctr">
            <a:normAutofit/>
          </a:bodyPr>
          <a:lstStyle>
            <a:lvl1pPr marL="282575" indent="-282575">
              <a:buClrTx/>
              <a:defRPr sz="2800"/>
            </a:lvl1pPr>
            <a:lvl2pPr marL="576263" indent="-283464">
              <a:buClrTx/>
              <a:defRPr sz="2800"/>
            </a:lvl2pPr>
            <a:lvl3pPr marL="860425" indent="-284163">
              <a:buClrTx/>
              <a:defRPr sz="2800"/>
            </a:lvl3pPr>
            <a:lvl4pPr marL="1143000" indent="-282575">
              <a:buClrTx/>
              <a:defRPr sz="2800"/>
            </a:lvl4pPr>
            <a:lvl5pPr marL="1425575" indent="-282575">
              <a:buClrTx/>
              <a:defRPr sz="28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21A556D8-CAED-2868-AAAD-66700B840D86}"/>
              </a:ext>
            </a:extLst>
          </p:cNvPr>
          <p:cNvSpPr>
            <a:spLocks noGrp="1"/>
          </p:cNvSpPr>
          <p:nvPr>
            <p:ph type="pic" sz="quarter" idx="10"/>
          </p:nvPr>
        </p:nvSpPr>
        <p:spPr>
          <a:xfrm>
            <a:off x="640080" y="3415982"/>
            <a:ext cx="2560320" cy="2560320"/>
          </a:xfrm>
        </p:spPr>
        <p:txBody>
          <a:bodyPr anchor="ctr"/>
          <a:lstStyle>
            <a:lvl1pPr marL="0" indent="0" algn="ctr">
              <a:buFontTx/>
              <a:buNone/>
              <a:defRPr/>
            </a:lvl1pPr>
          </a:lstStyle>
          <a:p>
            <a:r>
              <a:rPr lang="en-US"/>
              <a:t>Click icon to add picture</a:t>
            </a:r>
          </a:p>
        </p:txBody>
      </p:sp>
      <p:sp>
        <p:nvSpPr>
          <p:cNvPr id="11" name="Rectangle 10">
            <a:extLst>
              <a:ext uri="{FF2B5EF4-FFF2-40B4-BE49-F238E27FC236}">
                <a16:creationId xmlns:a16="http://schemas.microsoft.com/office/drawing/2014/main" id="{86E2458D-429C-1318-494F-B8E6254F2BBC}"/>
              </a:ext>
            </a:extLst>
          </p:cNvPr>
          <p:cNvSpPr/>
          <p:nvPr userDrawn="1"/>
        </p:nvSpPr>
        <p:spPr>
          <a:xfrm>
            <a:off x="3200400" y="3257871"/>
            <a:ext cx="158111" cy="158111"/>
          </a:xfrm>
          <a:prstGeom prst="rect">
            <a:avLst/>
          </a:prstGeom>
          <a:solidFill>
            <a:srgbClr val="76C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B3D2431A-060A-AD47-811D-8AF193FAA5BD}"/>
              </a:ext>
            </a:extLst>
          </p:cNvPr>
          <p:cNvSpPr/>
          <p:nvPr userDrawn="1"/>
        </p:nvSpPr>
        <p:spPr>
          <a:xfrm>
            <a:off x="3200400" y="414088"/>
            <a:ext cx="283464" cy="283464"/>
          </a:xfrm>
          <a:prstGeom prst="rect">
            <a:avLst/>
          </a:prstGeom>
          <a:solidFill>
            <a:srgbClr val="004A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8E0553A6-A305-2BEA-F46C-8F995A4BAD61}"/>
              </a:ext>
            </a:extLst>
          </p:cNvPr>
          <p:cNvSpPr/>
          <p:nvPr userDrawn="1"/>
        </p:nvSpPr>
        <p:spPr>
          <a:xfrm>
            <a:off x="3670663" y="4839469"/>
            <a:ext cx="158111" cy="158111"/>
          </a:xfrm>
          <a:prstGeom prst="rect">
            <a:avLst/>
          </a:prstGeom>
          <a:solidFill>
            <a:srgbClr val="FFC59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15" name="Rectangle 14">
            <a:extLst>
              <a:ext uri="{FF2B5EF4-FFF2-40B4-BE49-F238E27FC236}">
                <a16:creationId xmlns:a16="http://schemas.microsoft.com/office/drawing/2014/main" id="{735DEFA2-06A8-62A3-91A7-E22B08433932}"/>
              </a:ext>
            </a:extLst>
          </p:cNvPr>
          <p:cNvSpPr/>
          <p:nvPr userDrawn="1"/>
        </p:nvSpPr>
        <p:spPr>
          <a:xfrm>
            <a:off x="3384009" y="4552815"/>
            <a:ext cx="286654" cy="286654"/>
          </a:xfrm>
          <a:prstGeom prst="rect">
            <a:avLst/>
          </a:prstGeom>
          <a:solidFill>
            <a:srgbClr val="E9611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18" name="Freeform: Shape 17">
            <a:extLst>
              <a:ext uri="{FF2B5EF4-FFF2-40B4-BE49-F238E27FC236}">
                <a16:creationId xmlns:a16="http://schemas.microsoft.com/office/drawing/2014/main" id="{9E0E3A83-C7BF-3FF6-F9FF-499299481C4D}"/>
              </a:ext>
            </a:extLst>
          </p:cNvPr>
          <p:cNvSpPr/>
          <p:nvPr userDrawn="1"/>
        </p:nvSpPr>
        <p:spPr>
          <a:xfrm>
            <a:off x="92134" y="5976302"/>
            <a:ext cx="286654" cy="286654"/>
          </a:xfrm>
          <a:custGeom>
            <a:avLst/>
            <a:gdLst>
              <a:gd name="connsiteX0" fmla="*/ 36576 w 286654"/>
              <a:gd name="connsiteY0" fmla="*/ 36576 h 286654"/>
              <a:gd name="connsiteX1" fmla="*/ 36576 w 286654"/>
              <a:gd name="connsiteY1" fmla="*/ 250078 h 286654"/>
              <a:gd name="connsiteX2" fmla="*/ 250078 w 286654"/>
              <a:gd name="connsiteY2" fmla="*/ 250078 h 286654"/>
              <a:gd name="connsiteX3" fmla="*/ 250078 w 286654"/>
              <a:gd name="connsiteY3" fmla="*/ 36576 h 286654"/>
              <a:gd name="connsiteX4" fmla="*/ 0 w 286654"/>
              <a:gd name="connsiteY4" fmla="*/ 0 h 286654"/>
              <a:gd name="connsiteX5" fmla="*/ 286654 w 286654"/>
              <a:gd name="connsiteY5" fmla="*/ 0 h 286654"/>
              <a:gd name="connsiteX6" fmla="*/ 286654 w 286654"/>
              <a:gd name="connsiteY6" fmla="*/ 286654 h 286654"/>
              <a:gd name="connsiteX7" fmla="*/ 0 w 286654"/>
              <a:gd name="connsiteY7" fmla="*/ 286654 h 286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654" h="286654">
                <a:moveTo>
                  <a:pt x="36576" y="36576"/>
                </a:moveTo>
                <a:lnTo>
                  <a:pt x="36576" y="250078"/>
                </a:lnTo>
                <a:lnTo>
                  <a:pt x="250078" y="250078"/>
                </a:lnTo>
                <a:lnTo>
                  <a:pt x="250078" y="36576"/>
                </a:lnTo>
                <a:close/>
                <a:moveTo>
                  <a:pt x="0" y="0"/>
                </a:moveTo>
                <a:lnTo>
                  <a:pt x="286654" y="0"/>
                </a:lnTo>
                <a:lnTo>
                  <a:pt x="286654" y="286654"/>
                </a:lnTo>
                <a:lnTo>
                  <a:pt x="0" y="286654"/>
                </a:lnTo>
                <a:close/>
              </a:path>
            </a:pathLst>
          </a:custGeom>
          <a:solidFill>
            <a:srgbClr val="EDB2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D6105861-5266-1D25-AD0D-1C09B84E880E}"/>
              </a:ext>
            </a:extLst>
          </p:cNvPr>
          <p:cNvSpPr/>
          <p:nvPr userDrawn="1"/>
        </p:nvSpPr>
        <p:spPr>
          <a:xfrm>
            <a:off x="795528" y="0"/>
            <a:ext cx="470263" cy="470263"/>
          </a:xfrm>
          <a:prstGeom prst="rect">
            <a:avLst/>
          </a:prstGeom>
          <a:solidFill>
            <a:schemeClr val="accent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20" name="Rectangle 19">
            <a:extLst>
              <a:ext uri="{FF2B5EF4-FFF2-40B4-BE49-F238E27FC236}">
                <a16:creationId xmlns:a16="http://schemas.microsoft.com/office/drawing/2014/main" id="{E257D416-B065-CF86-CF35-95E8F86E4CFC}"/>
              </a:ext>
            </a:extLst>
          </p:cNvPr>
          <p:cNvSpPr/>
          <p:nvPr userDrawn="1"/>
        </p:nvSpPr>
        <p:spPr>
          <a:xfrm>
            <a:off x="1265791" y="470263"/>
            <a:ext cx="155448" cy="155448"/>
          </a:xfrm>
          <a:prstGeom prst="rect">
            <a:avLst/>
          </a:prstGeom>
          <a:solidFill>
            <a:srgbClr val="D7F3A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27" name="Rectangle 26">
            <a:extLst>
              <a:ext uri="{FF2B5EF4-FFF2-40B4-BE49-F238E27FC236}">
                <a16:creationId xmlns:a16="http://schemas.microsoft.com/office/drawing/2014/main" id="{A20DFBD9-2D36-6FC9-6F5B-1FA1AE92FB11}"/>
              </a:ext>
            </a:extLst>
          </p:cNvPr>
          <p:cNvSpPr/>
          <p:nvPr userDrawn="1"/>
        </p:nvSpPr>
        <p:spPr>
          <a:xfrm>
            <a:off x="377415" y="5818191"/>
            <a:ext cx="158111" cy="158111"/>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Tree>
    <p:extLst>
      <p:ext uri="{BB962C8B-B14F-4D97-AF65-F5344CB8AC3E}">
        <p14:creationId xmlns:p14="http://schemas.microsoft.com/office/powerpoint/2010/main" val="903745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 Card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0BD236-A5FE-B377-4D89-6CC4416BEC5F}"/>
              </a:ext>
            </a:extLst>
          </p:cNvPr>
          <p:cNvSpPr>
            <a:spLocks noGrp="1"/>
          </p:cNvSpPr>
          <p:nvPr>
            <p:ph type="title" hasCustomPrompt="1"/>
          </p:nvPr>
        </p:nvSpPr>
        <p:spPr/>
        <p:txBody>
          <a:bodyPr/>
          <a:lstStyle/>
          <a:p>
            <a:r>
              <a:rPr lang="en-US" dirty="0"/>
              <a:t>Click to edit title style</a:t>
            </a:r>
          </a:p>
        </p:txBody>
      </p:sp>
      <p:sp>
        <p:nvSpPr>
          <p:cNvPr id="20" name="Text Placeholder 19">
            <a:extLst>
              <a:ext uri="{FF2B5EF4-FFF2-40B4-BE49-F238E27FC236}">
                <a16:creationId xmlns:a16="http://schemas.microsoft.com/office/drawing/2014/main" id="{9277DC75-5157-C2CA-7B3F-61A1DAA7F093}"/>
              </a:ext>
            </a:extLst>
          </p:cNvPr>
          <p:cNvSpPr>
            <a:spLocks noGrp="1"/>
          </p:cNvSpPr>
          <p:nvPr>
            <p:ph type="body" sz="quarter" idx="14" hasCustomPrompt="1"/>
          </p:nvPr>
        </p:nvSpPr>
        <p:spPr>
          <a:xfrm>
            <a:off x="2671295" y="5005070"/>
            <a:ext cx="3153060" cy="1211580"/>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45" name="Freeform: Shape 44">
            <a:extLst>
              <a:ext uri="{FF2B5EF4-FFF2-40B4-BE49-F238E27FC236}">
                <a16:creationId xmlns:a16="http://schemas.microsoft.com/office/drawing/2014/main" id="{F9130EF7-7D8B-7C7C-EB2F-196CA108F1F5}"/>
              </a:ext>
            </a:extLst>
          </p:cNvPr>
          <p:cNvSpPr/>
          <p:nvPr userDrawn="1"/>
        </p:nvSpPr>
        <p:spPr>
          <a:xfrm>
            <a:off x="2490145" y="1352550"/>
            <a:ext cx="3515360" cy="3515360"/>
          </a:xfrm>
          <a:custGeom>
            <a:avLst/>
            <a:gdLst>
              <a:gd name="connsiteX0" fmla="*/ 36576 w 3515360"/>
              <a:gd name="connsiteY0" fmla="*/ 36576 h 3515360"/>
              <a:gd name="connsiteX1" fmla="*/ 36576 w 3515360"/>
              <a:gd name="connsiteY1" fmla="*/ 3478784 h 3515360"/>
              <a:gd name="connsiteX2" fmla="*/ 3478784 w 3515360"/>
              <a:gd name="connsiteY2" fmla="*/ 3478784 h 3515360"/>
              <a:gd name="connsiteX3" fmla="*/ 3478784 w 3515360"/>
              <a:gd name="connsiteY3" fmla="*/ 36576 h 3515360"/>
              <a:gd name="connsiteX4" fmla="*/ 0 w 3515360"/>
              <a:gd name="connsiteY4" fmla="*/ 0 h 3515360"/>
              <a:gd name="connsiteX5" fmla="*/ 3515360 w 3515360"/>
              <a:gd name="connsiteY5" fmla="*/ 0 h 3515360"/>
              <a:gd name="connsiteX6" fmla="*/ 3515360 w 3515360"/>
              <a:gd name="connsiteY6" fmla="*/ 3515360 h 3515360"/>
              <a:gd name="connsiteX7" fmla="*/ 0 w 3515360"/>
              <a:gd name="connsiteY7" fmla="*/ 3515360 h 351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15360" h="3515360">
                <a:moveTo>
                  <a:pt x="36576" y="36576"/>
                </a:moveTo>
                <a:lnTo>
                  <a:pt x="36576" y="3478784"/>
                </a:lnTo>
                <a:lnTo>
                  <a:pt x="3478784" y="3478784"/>
                </a:lnTo>
                <a:lnTo>
                  <a:pt x="3478784" y="36576"/>
                </a:lnTo>
                <a:close/>
                <a:moveTo>
                  <a:pt x="0" y="0"/>
                </a:moveTo>
                <a:lnTo>
                  <a:pt x="3515360" y="0"/>
                </a:lnTo>
                <a:lnTo>
                  <a:pt x="3515360" y="3515360"/>
                </a:lnTo>
                <a:lnTo>
                  <a:pt x="0" y="351536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15" name="Picture Placeholder 14">
            <a:extLst>
              <a:ext uri="{FF2B5EF4-FFF2-40B4-BE49-F238E27FC236}">
                <a16:creationId xmlns:a16="http://schemas.microsoft.com/office/drawing/2014/main" id="{D1A772E1-CB6B-0FCE-F271-32750E54B461}"/>
              </a:ext>
            </a:extLst>
          </p:cNvPr>
          <p:cNvSpPr>
            <a:spLocks noGrp="1"/>
          </p:cNvSpPr>
          <p:nvPr>
            <p:ph type="pic" sz="quarter" idx="10"/>
          </p:nvPr>
        </p:nvSpPr>
        <p:spPr>
          <a:xfrm>
            <a:off x="2673025" y="1535430"/>
            <a:ext cx="3147552" cy="3149600"/>
          </a:xfrm>
        </p:spPr>
        <p:txBody>
          <a:bodyPr anchor="ctr"/>
          <a:lstStyle>
            <a:lvl1pPr marL="0" indent="0" algn="ctr">
              <a:buFontTx/>
              <a:buNone/>
              <a:defRPr/>
            </a:lvl1pPr>
          </a:lstStyle>
          <a:p>
            <a:r>
              <a:rPr lang="en-US"/>
              <a:t>Click icon to add picture</a:t>
            </a:r>
            <a:endParaRPr lang="en-US" dirty="0"/>
          </a:p>
        </p:txBody>
      </p:sp>
      <p:sp>
        <p:nvSpPr>
          <p:cNvPr id="33" name="Picture Placeholder 14">
            <a:extLst>
              <a:ext uri="{FF2B5EF4-FFF2-40B4-BE49-F238E27FC236}">
                <a16:creationId xmlns:a16="http://schemas.microsoft.com/office/drawing/2014/main" id="{73AB8505-B147-04F4-6FB2-028386A64715}"/>
              </a:ext>
            </a:extLst>
          </p:cNvPr>
          <p:cNvSpPr>
            <a:spLocks noGrp="1"/>
          </p:cNvSpPr>
          <p:nvPr>
            <p:ph type="pic" sz="quarter" idx="15"/>
          </p:nvPr>
        </p:nvSpPr>
        <p:spPr>
          <a:xfrm>
            <a:off x="6371265" y="1535430"/>
            <a:ext cx="3147552" cy="3149600"/>
          </a:xfrm>
        </p:spPr>
        <p:txBody>
          <a:bodyPr anchor="ctr"/>
          <a:lstStyle>
            <a:lvl1pPr marL="0" indent="0" algn="ctr">
              <a:buFontTx/>
              <a:buNone/>
              <a:defRPr/>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C185DD6D-E762-B896-E4CD-15C9118C92ED}"/>
              </a:ext>
            </a:extLst>
          </p:cNvPr>
          <p:cNvSpPr>
            <a:spLocks noGrp="1"/>
          </p:cNvSpPr>
          <p:nvPr>
            <p:ph type="body" sz="quarter" idx="17" hasCustomPrompt="1"/>
          </p:nvPr>
        </p:nvSpPr>
        <p:spPr>
          <a:xfrm>
            <a:off x="6368511" y="5005070"/>
            <a:ext cx="3153060" cy="1211580"/>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47" name="Freeform: Shape 46">
            <a:extLst>
              <a:ext uri="{FF2B5EF4-FFF2-40B4-BE49-F238E27FC236}">
                <a16:creationId xmlns:a16="http://schemas.microsoft.com/office/drawing/2014/main" id="{E4FF8D83-F067-882C-56BD-779B68B14501}"/>
              </a:ext>
            </a:extLst>
          </p:cNvPr>
          <p:cNvSpPr/>
          <p:nvPr userDrawn="1"/>
        </p:nvSpPr>
        <p:spPr>
          <a:xfrm>
            <a:off x="6188385" y="1352550"/>
            <a:ext cx="3515360" cy="3515360"/>
          </a:xfrm>
          <a:custGeom>
            <a:avLst/>
            <a:gdLst>
              <a:gd name="connsiteX0" fmla="*/ 36576 w 3515360"/>
              <a:gd name="connsiteY0" fmla="*/ 36576 h 3515360"/>
              <a:gd name="connsiteX1" fmla="*/ 36576 w 3515360"/>
              <a:gd name="connsiteY1" fmla="*/ 3478784 h 3515360"/>
              <a:gd name="connsiteX2" fmla="*/ 3478784 w 3515360"/>
              <a:gd name="connsiteY2" fmla="*/ 3478784 h 3515360"/>
              <a:gd name="connsiteX3" fmla="*/ 3478784 w 3515360"/>
              <a:gd name="connsiteY3" fmla="*/ 36576 h 3515360"/>
              <a:gd name="connsiteX4" fmla="*/ 0 w 3515360"/>
              <a:gd name="connsiteY4" fmla="*/ 0 h 3515360"/>
              <a:gd name="connsiteX5" fmla="*/ 3515360 w 3515360"/>
              <a:gd name="connsiteY5" fmla="*/ 0 h 3515360"/>
              <a:gd name="connsiteX6" fmla="*/ 3515360 w 3515360"/>
              <a:gd name="connsiteY6" fmla="*/ 3515360 h 3515360"/>
              <a:gd name="connsiteX7" fmla="*/ 0 w 3515360"/>
              <a:gd name="connsiteY7" fmla="*/ 3515360 h 351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15360" h="3515360">
                <a:moveTo>
                  <a:pt x="36576" y="36576"/>
                </a:moveTo>
                <a:lnTo>
                  <a:pt x="36576" y="3478784"/>
                </a:lnTo>
                <a:lnTo>
                  <a:pt x="3478784" y="3478784"/>
                </a:lnTo>
                <a:lnTo>
                  <a:pt x="3478784" y="36576"/>
                </a:lnTo>
                <a:close/>
                <a:moveTo>
                  <a:pt x="0" y="0"/>
                </a:moveTo>
                <a:lnTo>
                  <a:pt x="3515360" y="0"/>
                </a:lnTo>
                <a:lnTo>
                  <a:pt x="3515360" y="3515360"/>
                </a:lnTo>
                <a:lnTo>
                  <a:pt x="0" y="351536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21" name="Freeform: Shape 20">
            <a:extLst>
              <a:ext uri="{FF2B5EF4-FFF2-40B4-BE49-F238E27FC236}">
                <a16:creationId xmlns:a16="http://schemas.microsoft.com/office/drawing/2014/main" id="{6862E453-1E44-E8BA-F1DB-51C147312B64}"/>
              </a:ext>
            </a:extLst>
          </p:cNvPr>
          <p:cNvSpPr/>
          <p:nvPr userDrawn="1"/>
        </p:nvSpPr>
        <p:spPr>
          <a:xfrm>
            <a:off x="639763" y="1352550"/>
            <a:ext cx="1665453" cy="3515360"/>
          </a:xfrm>
          <a:custGeom>
            <a:avLst/>
            <a:gdLst>
              <a:gd name="connsiteX0" fmla="*/ 0 w 1665453"/>
              <a:gd name="connsiteY0" fmla="*/ 0 h 3515360"/>
              <a:gd name="connsiteX1" fmla="*/ 1665453 w 1665453"/>
              <a:gd name="connsiteY1" fmla="*/ 0 h 3515360"/>
              <a:gd name="connsiteX2" fmla="*/ 1665453 w 1665453"/>
              <a:gd name="connsiteY2" fmla="*/ 3515360 h 3515360"/>
              <a:gd name="connsiteX3" fmla="*/ 0 w 1665453"/>
              <a:gd name="connsiteY3" fmla="*/ 3515360 h 3515360"/>
              <a:gd name="connsiteX4" fmla="*/ 0 w 1665453"/>
              <a:gd name="connsiteY4" fmla="*/ 3478784 h 3515360"/>
              <a:gd name="connsiteX5" fmla="*/ 1628877 w 1665453"/>
              <a:gd name="connsiteY5" fmla="*/ 3478784 h 3515360"/>
              <a:gd name="connsiteX6" fmla="*/ 1628877 w 1665453"/>
              <a:gd name="connsiteY6" fmla="*/ 36576 h 3515360"/>
              <a:gd name="connsiteX7" fmla="*/ 0 w 1665453"/>
              <a:gd name="connsiteY7" fmla="*/ 36576 h 351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5453" h="3515360">
                <a:moveTo>
                  <a:pt x="0" y="0"/>
                </a:moveTo>
                <a:lnTo>
                  <a:pt x="1665453" y="0"/>
                </a:lnTo>
                <a:lnTo>
                  <a:pt x="1665453" y="3515360"/>
                </a:lnTo>
                <a:lnTo>
                  <a:pt x="0" y="3515360"/>
                </a:lnTo>
                <a:lnTo>
                  <a:pt x="0" y="3478784"/>
                </a:lnTo>
                <a:lnTo>
                  <a:pt x="1628877" y="3478784"/>
                </a:lnTo>
                <a:lnTo>
                  <a:pt x="1628877" y="36576"/>
                </a:lnTo>
                <a:lnTo>
                  <a:pt x="0" y="36576"/>
                </a:lnTo>
                <a:close/>
              </a:path>
            </a:pathLst>
          </a:custGeom>
          <a:gradFill flip="none" rotWithShape="1">
            <a:gsLst>
              <a:gs pos="0">
                <a:srgbClr val="86B3CA"/>
              </a:gs>
              <a:gs pos="80000">
                <a:srgbClr val="86B3CA">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lvl="0" algn="ctr"/>
            <a:endParaRPr lang="en-US" dirty="0"/>
          </a:p>
        </p:txBody>
      </p:sp>
      <p:sp>
        <p:nvSpPr>
          <p:cNvPr id="17" name="Freeform: Shape 16">
            <a:extLst>
              <a:ext uri="{FF2B5EF4-FFF2-40B4-BE49-F238E27FC236}">
                <a16:creationId xmlns:a16="http://schemas.microsoft.com/office/drawing/2014/main" id="{98C91797-B49C-0383-7391-6E8B0D133B68}"/>
              </a:ext>
            </a:extLst>
          </p:cNvPr>
          <p:cNvSpPr/>
          <p:nvPr userDrawn="1"/>
        </p:nvSpPr>
        <p:spPr>
          <a:xfrm>
            <a:off x="9884223" y="1352550"/>
            <a:ext cx="1667697" cy="3515360"/>
          </a:xfrm>
          <a:custGeom>
            <a:avLst/>
            <a:gdLst>
              <a:gd name="connsiteX0" fmla="*/ 0 w 1667697"/>
              <a:gd name="connsiteY0" fmla="*/ 0 h 3515360"/>
              <a:gd name="connsiteX1" fmla="*/ 1667697 w 1667697"/>
              <a:gd name="connsiteY1" fmla="*/ 0 h 3515360"/>
              <a:gd name="connsiteX2" fmla="*/ 1667697 w 1667697"/>
              <a:gd name="connsiteY2" fmla="*/ 36576 h 3515360"/>
              <a:gd name="connsiteX3" fmla="*/ 36576 w 1667697"/>
              <a:gd name="connsiteY3" fmla="*/ 36576 h 3515360"/>
              <a:gd name="connsiteX4" fmla="*/ 36576 w 1667697"/>
              <a:gd name="connsiteY4" fmla="*/ 3478784 h 3515360"/>
              <a:gd name="connsiteX5" fmla="*/ 1667697 w 1667697"/>
              <a:gd name="connsiteY5" fmla="*/ 3478784 h 3515360"/>
              <a:gd name="connsiteX6" fmla="*/ 1667697 w 1667697"/>
              <a:gd name="connsiteY6" fmla="*/ 3515360 h 3515360"/>
              <a:gd name="connsiteX7" fmla="*/ 0 w 1667697"/>
              <a:gd name="connsiteY7" fmla="*/ 3515360 h 351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7697" h="3515360">
                <a:moveTo>
                  <a:pt x="0" y="0"/>
                </a:moveTo>
                <a:lnTo>
                  <a:pt x="1667697" y="0"/>
                </a:lnTo>
                <a:lnTo>
                  <a:pt x="1667697" y="36576"/>
                </a:lnTo>
                <a:lnTo>
                  <a:pt x="36576" y="36576"/>
                </a:lnTo>
                <a:lnTo>
                  <a:pt x="36576" y="3478784"/>
                </a:lnTo>
                <a:lnTo>
                  <a:pt x="1667697" y="3478784"/>
                </a:lnTo>
                <a:lnTo>
                  <a:pt x="1667697" y="3515360"/>
                </a:lnTo>
                <a:lnTo>
                  <a:pt x="0" y="3515360"/>
                </a:lnTo>
                <a:close/>
              </a:path>
            </a:pathLst>
          </a:custGeom>
          <a:gradFill flip="none" rotWithShape="1">
            <a:gsLst>
              <a:gs pos="0">
                <a:srgbClr val="86B3CA"/>
              </a:gs>
              <a:gs pos="80000">
                <a:srgbClr val="86B3C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lvl="0" algn="ctr"/>
            <a:endParaRPr lang="en-US" dirty="0"/>
          </a:p>
        </p:txBody>
      </p:sp>
      <p:sp>
        <p:nvSpPr>
          <p:cNvPr id="22" name="Rectangle 21">
            <a:extLst>
              <a:ext uri="{FF2B5EF4-FFF2-40B4-BE49-F238E27FC236}">
                <a16:creationId xmlns:a16="http://schemas.microsoft.com/office/drawing/2014/main" id="{C783576D-6512-4857-D8A3-6B4CDC9F1BD6}"/>
              </a:ext>
            </a:extLst>
          </p:cNvPr>
          <p:cNvSpPr/>
          <p:nvPr userDrawn="1"/>
        </p:nvSpPr>
        <p:spPr>
          <a:xfrm>
            <a:off x="9701343" y="1169670"/>
            <a:ext cx="182880" cy="182880"/>
          </a:xfrm>
          <a:prstGeom prst="rect">
            <a:avLst/>
          </a:prstGeom>
          <a:solidFill>
            <a:srgbClr val="548FA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23" name="Rectangle 22">
            <a:extLst>
              <a:ext uri="{FF2B5EF4-FFF2-40B4-BE49-F238E27FC236}">
                <a16:creationId xmlns:a16="http://schemas.microsoft.com/office/drawing/2014/main" id="{DB1380A0-9A84-49A6-FE7C-4EF3E41BB687}"/>
              </a:ext>
            </a:extLst>
          </p:cNvPr>
          <p:cNvSpPr/>
          <p:nvPr userDrawn="1"/>
        </p:nvSpPr>
        <p:spPr>
          <a:xfrm>
            <a:off x="2490145" y="4689162"/>
            <a:ext cx="178748" cy="178748"/>
          </a:xfrm>
          <a:prstGeom prst="rect">
            <a:avLst/>
          </a:prstGeom>
          <a:solidFill>
            <a:srgbClr val="004A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Tree>
    <p:extLst>
      <p:ext uri="{BB962C8B-B14F-4D97-AF65-F5344CB8AC3E}">
        <p14:creationId xmlns:p14="http://schemas.microsoft.com/office/powerpoint/2010/main" val="3207981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Card 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0BD236-A5FE-B377-4D89-6CC4416BEC5F}"/>
              </a:ext>
            </a:extLst>
          </p:cNvPr>
          <p:cNvSpPr>
            <a:spLocks noGrp="1"/>
          </p:cNvSpPr>
          <p:nvPr>
            <p:ph type="title" hasCustomPrompt="1"/>
          </p:nvPr>
        </p:nvSpPr>
        <p:spPr/>
        <p:txBody>
          <a:bodyPr/>
          <a:lstStyle/>
          <a:p>
            <a:r>
              <a:rPr lang="en-US" dirty="0"/>
              <a:t>Click to edit title style</a:t>
            </a:r>
          </a:p>
        </p:txBody>
      </p:sp>
      <p:sp>
        <p:nvSpPr>
          <p:cNvPr id="20" name="Text Placeholder 19">
            <a:extLst>
              <a:ext uri="{FF2B5EF4-FFF2-40B4-BE49-F238E27FC236}">
                <a16:creationId xmlns:a16="http://schemas.microsoft.com/office/drawing/2014/main" id="{9277DC75-5157-C2CA-7B3F-61A1DAA7F093}"/>
              </a:ext>
            </a:extLst>
          </p:cNvPr>
          <p:cNvSpPr>
            <a:spLocks noGrp="1"/>
          </p:cNvSpPr>
          <p:nvPr>
            <p:ph type="body" sz="quarter" idx="14" hasCustomPrompt="1"/>
          </p:nvPr>
        </p:nvSpPr>
        <p:spPr>
          <a:xfrm>
            <a:off x="821230" y="5005070"/>
            <a:ext cx="3153060" cy="1211580"/>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45" name="Freeform: Shape 44">
            <a:extLst>
              <a:ext uri="{FF2B5EF4-FFF2-40B4-BE49-F238E27FC236}">
                <a16:creationId xmlns:a16="http://schemas.microsoft.com/office/drawing/2014/main" id="{F9130EF7-7D8B-7C7C-EB2F-196CA108F1F5}"/>
              </a:ext>
            </a:extLst>
          </p:cNvPr>
          <p:cNvSpPr/>
          <p:nvPr userDrawn="1"/>
        </p:nvSpPr>
        <p:spPr>
          <a:xfrm>
            <a:off x="640080" y="1352550"/>
            <a:ext cx="3515360" cy="3515360"/>
          </a:xfrm>
          <a:custGeom>
            <a:avLst/>
            <a:gdLst>
              <a:gd name="connsiteX0" fmla="*/ 36576 w 3515360"/>
              <a:gd name="connsiteY0" fmla="*/ 36576 h 3515360"/>
              <a:gd name="connsiteX1" fmla="*/ 36576 w 3515360"/>
              <a:gd name="connsiteY1" fmla="*/ 3478784 h 3515360"/>
              <a:gd name="connsiteX2" fmla="*/ 3478784 w 3515360"/>
              <a:gd name="connsiteY2" fmla="*/ 3478784 h 3515360"/>
              <a:gd name="connsiteX3" fmla="*/ 3478784 w 3515360"/>
              <a:gd name="connsiteY3" fmla="*/ 36576 h 3515360"/>
              <a:gd name="connsiteX4" fmla="*/ 0 w 3515360"/>
              <a:gd name="connsiteY4" fmla="*/ 0 h 3515360"/>
              <a:gd name="connsiteX5" fmla="*/ 3515360 w 3515360"/>
              <a:gd name="connsiteY5" fmla="*/ 0 h 3515360"/>
              <a:gd name="connsiteX6" fmla="*/ 3515360 w 3515360"/>
              <a:gd name="connsiteY6" fmla="*/ 3515360 h 3515360"/>
              <a:gd name="connsiteX7" fmla="*/ 0 w 3515360"/>
              <a:gd name="connsiteY7" fmla="*/ 3515360 h 351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15360" h="3515360">
                <a:moveTo>
                  <a:pt x="36576" y="36576"/>
                </a:moveTo>
                <a:lnTo>
                  <a:pt x="36576" y="3478784"/>
                </a:lnTo>
                <a:lnTo>
                  <a:pt x="3478784" y="3478784"/>
                </a:lnTo>
                <a:lnTo>
                  <a:pt x="3478784" y="36576"/>
                </a:lnTo>
                <a:close/>
                <a:moveTo>
                  <a:pt x="0" y="0"/>
                </a:moveTo>
                <a:lnTo>
                  <a:pt x="3515360" y="0"/>
                </a:lnTo>
                <a:lnTo>
                  <a:pt x="3515360" y="3515360"/>
                </a:lnTo>
                <a:lnTo>
                  <a:pt x="0" y="351536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15" name="Picture Placeholder 14">
            <a:extLst>
              <a:ext uri="{FF2B5EF4-FFF2-40B4-BE49-F238E27FC236}">
                <a16:creationId xmlns:a16="http://schemas.microsoft.com/office/drawing/2014/main" id="{D1A772E1-CB6B-0FCE-F271-32750E54B461}"/>
              </a:ext>
            </a:extLst>
          </p:cNvPr>
          <p:cNvSpPr>
            <a:spLocks noGrp="1"/>
          </p:cNvSpPr>
          <p:nvPr>
            <p:ph type="pic" sz="quarter" idx="10"/>
          </p:nvPr>
        </p:nvSpPr>
        <p:spPr>
          <a:xfrm>
            <a:off x="822960" y="1535430"/>
            <a:ext cx="3147552" cy="3149600"/>
          </a:xfrm>
        </p:spPr>
        <p:txBody>
          <a:bodyPr anchor="ctr"/>
          <a:lstStyle>
            <a:lvl1pPr marL="0" indent="0" algn="ctr">
              <a:buFontTx/>
              <a:buNone/>
              <a:defRPr/>
            </a:lvl1pPr>
          </a:lstStyle>
          <a:p>
            <a:r>
              <a:rPr lang="en-US"/>
              <a:t>Click icon to add picture</a:t>
            </a:r>
            <a:endParaRPr lang="en-US" dirty="0"/>
          </a:p>
        </p:txBody>
      </p:sp>
      <p:sp>
        <p:nvSpPr>
          <p:cNvPr id="33" name="Picture Placeholder 14">
            <a:extLst>
              <a:ext uri="{FF2B5EF4-FFF2-40B4-BE49-F238E27FC236}">
                <a16:creationId xmlns:a16="http://schemas.microsoft.com/office/drawing/2014/main" id="{73AB8505-B147-04F4-6FB2-028386A64715}"/>
              </a:ext>
            </a:extLst>
          </p:cNvPr>
          <p:cNvSpPr>
            <a:spLocks noGrp="1"/>
          </p:cNvSpPr>
          <p:nvPr>
            <p:ph type="pic" sz="quarter" idx="15"/>
          </p:nvPr>
        </p:nvSpPr>
        <p:spPr>
          <a:xfrm>
            <a:off x="4521200" y="1535430"/>
            <a:ext cx="3147552" cy="3149600"/>
          </a:xfrm>
        </p:spPr>
        <p:txBody>
          <a:bodyPr anchor="ctr"/>
          <a:lstStyle>
            <a:lvl1pPr marL="0" indent="0" algn="ctr">
              <a:buFontTx/>
              <a:buNone/>
              <a:defRPr/>
            </a:lvl1pPr>
          </a:lstStyle>
          <a:p>
            <a:r>
              <a:rPr lang="en-US"/>
              <a:t>Click icon to add picture</a:t>
            </a:r>
            <a:endParaRPr lang="en-US" dirty="0"/>
          </a:p>
        </p:txBody>
      </p:sp>
      <p:sp>
        <p:nvSpPr>
          <p:cNvPr id="34" name="Picture Placeholder 14">
            <a:extLst>
              <a:ext uri="{FF2B5EF4-FFF2-40B4-BE49-F238E27FC236}">
                <a16:creationId xmlns:a16="http://schemas.microsoft.com/office/drawing/2014/main" id="{76993BB5-B7E1-5520-E4D0-29131531C9BB}"/>
              </a:ext>
            </a:extLst>
          </p:cNvPr>
          <p:cNvSpPr>
            <a:spLocks noGrp="1"/>
          </p:cNvSpPr>
          <p:nvPr>
            <p:ph type="pic" sz="quarter" idx="16"/>
          </p:nvPr>
        </p:nvSpPr>
        <p:spPr>
          <a:xfrm>
            <a:off x="8221170" y="1535430"/>
            <a:ext cx="3147552" cy="3149600"/>
          </a:xfrm>
        </p:spPr>
        <p:txBody>
          <a:bodyPr anchor="ctr"/>
          <a:lstStyle>
            <a:lvl1pPr marL="0" indent="0" algn="ctr">
              <a:buFontTx/>
              <a:buNone/>
              <a:defRPr/>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C185DD6D-E762-B896-E4CD-15C9118C92ED}"/>
              </a:ext>
            </a:extLst>
          </p:cNvPr>
          <p:cNvSpPr>
            <a:spLocks noGrp="1"/>
          </p:cNvSpPr>
          <p:nvPr>
            <p:ph type="body" sz="quarter" idx="17" hasCustomPrompt="1"/>
          </p:nvPr>
        </p:nvSpPr>
        <p:spPr>
          <a:xfrm>
            <a:off x="4518446" y="5005070"/>
            <a:ext cx="3153060" cy="1211580"/>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36" name="Text Placeholder 19">
            <a:extLst>
              <a:ext uri="{FF2B5EF4-FFF2-40B4-BE49-F238E27FC236}">
                <a16:creationId xmlns:a16="http://schemas.microsoft.com/office/drawing/2014/main" id="{2968E3E3-4352-FD22-6D2F-3D76996034AF}"/>
              </a:ext>
            </a:extLst>
          </p:cNvPr>
          <p:cNvSpPr>
            <a:spLocks noGrp="1"/>
          </p:cNvSpPr>
          <p:nvPr>
            <p:ph type="body" sz="quarter" idx="18" hasCustomPrompt="1"/>
          </p:nvPr>
        </p:nvSpPr>
        <p:spPr>
          <a:xfrm>
            <a:off x="8215662" y="5005070"/>
            <a:ext cx="3153060" cy="1211580"/>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37" name="Rectangle 36">
            <a:extLst>
              <a:ext uri="{FF2B5EF4-FFF2-40B4-BE49-F238E27FC236}">
                <a16:creationId xmlns:a16="http://schemas.microsoft.com/office/drawing/2014/main" id="{5ADFC9E0-6E6C-D9C3-D7A2-FAED0A6B3D98}"/>
              </a:ext>
            </a:extLst>
          </p:cNvPr>
          <p:cNvSpPr/>
          <p:nvPr userDrawn="1"/>
        </p:nvSpPr>
        <p:spPr>
          <a:xfrm>
            <a:off x="0" y="4867910"/>
            <a:ext cx="640080" cy="640080"/>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41" name="Rectangle 40">
            <a:extLst>
              <a:ext uri="{FF2B5EF4-FFF2-40B4-BE49-F238E27FC236}">
                <a16:creationId xmlns:a16="http://schemas.microsoft.com/office/drawing/2014/main" id="{FABACA07-3EC0-DA0C-A2CF-84B702B438DE}"/>
              </a:ext>
            </a:extLst>
          </p:cNvPr>
          <p:cNvSpPr/>
          <p:nvPr userDrawn="1"/>
        </p:nvSpPr>
        <p:spPr>
          <a:xfrm>
            <a:off x="11551920" y="1169670"/>
            <a:ext cx="182880" cy="182880"/>
          </a:xfrm>
          <a:prstGeom prst="rect">
            <a:avLst/>
          </a:prstGeom>
          <a:solidFill>
            <a:srgbClr val="B2450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42" name="Rectangle 41">
            <a:extLst>
              <a:ext uri="{FF2B5EF4-FFF2-40B4-BE49-F238E27FC236}">
                <a16:creationId xmlns:a16="http://schemas.microsoft.com/office/drawing/2014/main" id="{A32E336D-522A-336E-705F-3E4AF6947DFE}"/>
              </a:ext>
            </a:extLst>
          </p:cNvPr>
          <p:cNvSpPr/>
          <p:nvPr userDrawn="1"/>
        </p:nvSpPr>
        <p:spPr>
          <a:xfrm>
            <a:off x="11734800" y="1352550"/>
            <a:ext cx="286654" cy="286654"/>
          </a:xfrm>
          <a:prstGeom prst="rect">
            <a:avLst/>
          </a:prstGeom>
          <a:solidFill>
            <a:srgbClr val="FF8F5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47" name="Freeform: Shape 46">
            <a:extLst>
              <a:ext uri="{FF2B5EF4-FFF2-40B4-BE49-F238E27FC236}">
                <a16:creationId xmlns:a16="http://schemas.microsoft.com/office/drawing/2014/main" id="{E4FF8D83-F067-882C-56BD-779B68B14501}"/>
              </a:ext>
            </a:extLst>
          </p:cNvPr>
          <p:cNvSpPr/>
          <p:nvPr userDrawn="1"/>
        </p:nvSpPr>
        <p:spPr>
          <a:xfrm>
            <a:off x="4338320" y="1352550"/>
            <a:ext cx="3515360" cy="3515360"/>
          </a:xfrm>
          <a:custGeom>
            <a:avLst/>
            <a:gdLst>
              <a:gd name="connsiteX0" fmla="*/ 36576 w 3515360"/>
              <a:gd name="connsiteY0" fmla="*/ 36576 h 3515360"/>
              <a:gd name="connsiteX1" fmla="*/ 36576 w 3515360"/>
              <a:gd name="connsiteY1" fmla="*/ 3478784 h 3515360"/>
              <a:gd name="connsiteX2" fmla="*/ 3478784 w 3515360"/>
              <a:gd name="connsiteY2" fmla="*/ 3478784 h 3515360"/>
              <a:gd name="connsiteX3" fmla="*/ 3478784 w 3515360"/>
              <a:gd name="connsiteY3" fmla="*/ 36576 h 3515360"/>
              <a:gd name="connsiteX4" fmla="*/ 0 w 3515360"/>
              <a:gd name="connsiteY4" fmla="*/ 0 h 3515360"/>
              <a:gd name="connsiteX5" fmla="*/ 3515360 w 3515360"/>
              <a:gd name="connsiteY5" fmla="*/ 0 h 3515360"/>
              <a:gd name="connsiteX6" fmla="*/ 3515360 w 3515360"/>
              <a:gd name="connsiteY6" fmla="*/ 3515360 h 3515360"/>
              <a:gd name="connsiteX7" fmla="*/ 0 w 3515360"/>
              <a:gd name="connsiteY7" fmla="*/ 3515360 h 351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15360" h="3515360">
                <a:moveTo>
                  <a:pt x="36576" y="36576"/>
                </a:moveTo>
                <a:lnTo>
                  <a:pt x="36576" y="3478784"/>
                </a:lnTo>
                <a:lnTo>
                  <a:pt x="3478784" y="3478784"/>
                </a:lnTo>
                <a:lnTo>
                  <a:pt x="3478784" y="36576"/>
                </a:lnTo>
                <a:close/>
                <a:moveTo>
                  <a:pt x="0" y="0"/>
                </a:moveTo>
                <a:lnTo>
                  <a:pt x="3515360" y="0"/>
                </a:lnTo>
                <a:lnTo>
                  <a:pt x="3515360" y="3515360"/>
                </a:lnTo>
                <a:lnTo>
                  <a:pt x="0" y="351536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48" name="Freeform: Shape 47">
            <a:extLst>
              <a:ext uri="{FF2B5EF4-FFF2-40B4-BE49-F238E27FC236}">
                <a16:creationId xmlns:a16="http://schemas.microsoft.com/office/drawing/2014/main" id="{7BCC1AE5-E280-D1E2-80C9-4B85D31EE107}"/>
              </a:ext>
            </a:extLst>
          </p:cNvPr>
          <p:cNvSpPr/>
          <p:nvPr userDrawn="1"/>
        </p:nvSpPr>
        <p:spPr>
          <a:xfrm>
            <a:off x="8036878" y="1352550"/>
            <a:ext cx="3515360" cy="3515360"/>
          </a:xfrm>
          <a:custGeom>
            <a:avLst/>
            <a:gdLst>
              <a:gd name="connsiteX0" fmla="*/ 36576 w 3515360"/>
              <a:gd name="connsiteY0" fmla="*/ 36576 h 3515360"/>
              <a:gd name="connsiteX1" fmla="*/ 36576 w 3515360"/>
              <a:gd name="connsiteY1" fmla="*/ 3478784 h 3515360"/>
              <a:gd name="connsiteX2" fmla="*/ 3478784 w 3515360"/>
              <a:gd name="connsiteY2" fmla="*/ 3478784 h 3515360"/>
              <a:gd name="connsiteX3" fmla="*/ 3478784 w 3515360"/>
              <a:gd name="connsiteY3" fmla="*/ 36576 h 3515360"/>
              <a:gd name="connsiteX4" fmla="*/ 0 w 3515360"/>
              <a:gd name="connsiteY4" fmla="*/ 0 h 3515360"/>
              <a:gd name="connsiteX5" fmla="*/ 3515360 w 3515360"/>
              <a:gd name="connsiteY5" fmla="*/ 0 h 3515360"/>
              <a:gd name="connsiteX6" fmla="*/ 3515360 w 3515360"/>
              <a:gd name="connsiteY6" fmla="*/ 3515360 h 3515360"/>
              <a:gd name="connsiteX7" fmla="*/ 0 w 3515360"/>
              <a:gd name="connsiteY7" fmla="*/ 3515360 h 351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15360" h="3515360">
                <a:moveTo>
                  <a:pt x="36576" y="36576"/>
                </a:moveTo>
                <a:lnTo>
                  <a:pt x="36576" y="3478784"/>
                </a:lnTo>
                <a:lnTo>
                  <a:pt x="3478784" y="3478784"/>
                </a:lnTo>
                <a:lnTo>
                  <a:pt x="3478784" y="36576"/>
                </a:lnTo>
                <a:close/>
                <a:moveTo>
                  <a:pt x="0" y="0"/>
                </a:moveTo>
                <a:lnTo>
                  <a:pt x="3515360" y="0"/>
                </a:lnTo>
                <a:lnTo>
                  <a:pt x="3515360" y="3515360"/>
                </a:lnTo>
                <a:lnTo>
                  <a:pt x="0" y="351536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49" name="Rectangle 48">
            <a:extLst>
              <a:ext uri="{FF2B5EF4-FFF2-40B4-BE49-F238E27FC236}">
                <a16:creationId xmlns:a16="http://schemas.microsoft.com/office/drawing/2014/main" id="{31CB3E84-D657-D83D-1F39-EC5F07FA0762}"/>
              </a:ext>
            </a:extLst>
          </p:cNvPr>
          <p:cNvSpPr/>
          <p:nvPr userDrawn="1"/>
        </p:nvSpPr>
        <p:spPr>
          <a:xfrm>
            <a:off x="4338479" y="4685030"/>
            <a:ext cx="182880" cy="182880"/>
          </a:xfrm>
          <a:prstGeom prst="rect">
            <a:avLst/>
          </a:prstGeom>
          <a:solidFill>
            <a:srgbClr val="515A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Tree>
    <p:extLst>
      <p:ext uri="{BB962C8B-B14F-4D97-AF65-F5344CB8AC3E}">
        <p14:creationId xmlns:p14="http://schemas.microsoft.com/office/powerpoint/2010/main" val="1722486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am Card 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0BD236-A5FE-B377-4D89-6CC4416BEC5F}"/>
              </a:ext>
            </a:extLst>
          </p:cNvPr>
          <p:cNvSpPr>
            <a:spLocks noGrp="1"/>
          </p:cNvSpPr>
          <p:nvPr>
            <p:ph type="title" hasCustomPrompt="1"/>
          </p:nvPr>
        </p:nvSpPr>
        <p:spPr/>
        <p:txBody>
          <a:bodyPr/>
          <a:lstStyle/>
          <a:p>
            <a:r>
              <a:rPr lang="en-US" dirty="0"/>
              <a:t>Click to edit title style</a:t>
            </a:r>
          </a:p>
        </p:txBody>
      </p:sp>
      <p:sp>
        <p:nvSpPr>
          <p:cNvPr id="37" name="Freeform: Shape 36">
            <a:extLst>
              <a:ext uri="{FF2B5EF4-FFF2-40B4-BE49-F238E27FC236}">
                <a16:creationId xmlns:a16="http://schemas.microsoft.com/office/drawing/2014/main" id="{F6DE0629-FBFE-230C-0DB8-72F1BFF91235}"/>
              </a:ext>
            </a:extLst>
          </p:cNvPr>
          <p:cNvSpPr/>
          <p:nvPr userDrawn="1"/>
        </p:nvSpPr>
        <p:spPr>
          <a:xfrm>
            <a:off x="640080" y="1352550"/>
            <a:ext cx="10912158" cy="2901137"/>
          </a:xfrm>
          <a:custGeom>
            <a:avLst/>
            <a:gdLst>
              <a:gd name="connsiteX0" fmla="*/ 36576 w 10912158"/>
              <a:gd name="connsiteY0" fmla="*/ 36577 h 2901137"/>
              <a:gd name="connsiteX1" fmla="*/ 36576 w 10912158"/>
              <a:gd name="connsiteY1" fmla="*/ 2864561 h 2901137"/>
              <a:gd name="connsiteX2" fmla="*/ 10875582 w 10912158"/>
              <a:gd name="connsiteY2" fmla="*/ 2864561 h 2901137"/>
              <a:gd name="connsiteX3" fmla="*/ 10875582 w 10912158"/>
              <a:gd name="connsiteY3" fmla="*/ 36577 h 2901137"/>
              <a:gd name="connsiteX4" fmla="*/ 0 w 10912158"/>
              <a:gd name="connsiteY4" fmla="*/ 0 h 2901137"/>
              <a:gd name="connsiteX5" fmla="*/ 10912158 w 10912158"/>
              <a:gd name="connsiteY5" fmla="*/ 0 h 2901137"/>
              <a:gd name="connsiteX6" fmla="*/ 10912158 w 10912158"/>
              <a:gd name="connsiteY6" fmla="*/ 2901137 h 2901137"/>
              <a:gd name="connsiteX7" fmla="*/ 0 w 10912158"/>
              <a:gd name="connsiteY7" fmla="*/ 2901137 h 2901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2158" h="2901137">
                <a:moveTo>
                  <a:pt x="36576" y="36577"/>
                </a:moveTo>
                <a:lnTo>
                  <a:pt x="36576" y="2864561"/>
                </a:lnTo>
                <a:lnTo>
                  <a:pt x="10875582" y="2864561"/>
                </a:lnTo>
                <a:lnTo>
                  <a:pt x="10875582" y="36577"/>
                </a:lnTo>
                <a:close/>
                <a:moveTo>
                  <a:pt x="0" y="0"/>
                </a:moveTo>
                <a:lnTo>
                  <a:pt x="10912158" y="0"/>
                </a:lnTo>
                <a:lnTo>
                  <a:pt x="10912158" y="2901137"/>
                </a:lnTo>
                <a:lnTo>
                  <a:pt x="0" y="290113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15" name="Picture Placeholder 14">
            <a:extLst>
              <a:ext uri="{FF2B5EF4-FFF2-40B4-BE49-F238E27FC236}">
                <a16:creationId xmlns:a16="http://schemas.microsoft.com/office/drawing/2014/main" id="{D1A772E1-CB6B-0FCE-F271-32750E54B461}"/>
              </a:ext>
            </a:extLst>
          </p:cNvPr>
          <p:cNvSpPr>
            <a:spLocks noGrp="1"/>
          </p:cNvSpPr>
          <p:nvPr>
            <p:ph type="pic" sz="quarter" idx="10"/>
          </p:nvPr>
        </p:nvSpPr>
        <p:spPr>
          <a:xfrm>
            <a:off x="822960" y="1535430"/>
            <a:ext cx="2533729" cy="2535377"/>
          </a:xfrm>
        </p:spPr>
        <p:txBody>
          <a:bodyPr anchor="ctr"/>
          <a:lstStyle>
            <a:lvl1pPr marL="0" indent="0" algn="ctr">
              <a:buFontTx/>
              <a:buNone/>
              <a:defRPr/>
            </a:lvl1pPr>
          </a:lstStyle>
          <a:p>
            <a:r>
              <a:rPr lang="en-US"/>
              <a:t>Click icon to add picture</a:t>
            </a:r>
          </a:p>
        </p:txBody>
      </p:sp>
      <p:sp>
        <p:nvSpPr>
          <p:cNvPr id="20" name="Text Placeholder 19">
            <a:extLst>
              <a:ext uri="{FF2B5EF4-FFF2-40B4-BE49-F238E27FC236}">
                <a16:creationId xmlns:a16="http://schemas.microsoft.com/office/drawing/2014/main" id="{9277DC75-5157-C2CA-7B3F-61A1DAA7F093}"/>
              </a:ext>
            </a:extLst>
          </p:cNvPr>
          <p:cNvSpPr>
            <a:spLocks noGrp="1"/>
          </p:cNvSpPr>
          <p:nvPr>
            <p:ph type="body" sz="quarter" idx="14" hasCustomPrompt="1"/>
          </p:nvPr>
        </p:nvSpPr>
        <p:spPr>
          <a:xfrm>
            <a:off x="822960" y="4390848"/>
            <a:ext cx="2533729" cy="1825802"/>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30" name="Picture Placeholder 14">
            <a:extLst>
              <a:ext uri="{FF2B5EF4-FFF2-40B4-BE49-F238E27FC236}">
                <a16:creationId xmlns:a16="http://schemas.microsoft.com/office/drawing/2014/main" id="{763E9F95-FFBF-85AE-EAA3-10BCFE479165}"/>
              </a:ext>
            </a:extLst>
          </p:cNvPr>
          <p:cNvSpPr>
            <a:spLocks noGrp="1"/>
          </p:cNvSpPr>
          <p:nvPr>
            <p:ph type="pic" sz="quarter" idx="15"/>
          </p:nvPr>
        </p:nvSpPr>
        <p:spPr>
          <a:xfrm>
            <a:off x="3493851" y="1535430"/>
            <a:ext cx="2533729" cy="2535377"/>
          </a:xfrm>
        </p:spPr>
        <p:txBody>
          <a:bodyPr anchor="ctr"/>
          <a:lstStyle>
            <a:lvl1pPr marL="0" indent="0" algn="ctr">
              <a:buFontTx/>
              <a:buNone/>
              <a:defRPr/>
            </a:lvl1pPr>
          </a:lstStyle>
          <a:p>
            <a:r>
              <a:rPr lang="en-US"/>
              <a:t>Click icon to add picture</a:t>
            </a:r>
          </a:p>
        </p:txBody>
      </p:sp>
      <p:sp>
        <p:nvSpPr>
          <p:cNvPr id="31" name="Text Placeholder 19">
            <a:extLst>
              <a:ext uri="{FF2B5EF4-FFF2-40B4-BE49-F238E27FC236}">
                <a16:creationId xmlns:a16="http://schemas.microsoft.com/office/drawing/2014/main" id="{5FC58739-95FE-2802-46CC-971F714D212A}"/>
              </a:ext>
            </a:extLst>
          </p:cNvPr>
          <p:cNvSpPr>
            <a:spLocks noGrp="1"/>
          </p:cNvSpPr>
          <p:nvPr>
            <p:ph type="body" sz="quarter" idx="16" hasCustomPrompt="1"/>
          </p:nvPr>
        </p:nvSpPr>
        <p:spPr>
          <a:xfrm>
            <a:off x="3493851" y="4390848"/>
            <a:ext cx="2533729" cy="1825802"/>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32" name="Picture Placeholder 14">
            <a:extLst>
              <a:ext uri="{FF2B5EF4-FFF2-40B4-BE49-F238E27FC236}">
                <a16:creationId xmlns:a16="http://schemas.microsoft.com/office/drawing/2014/main" id="{18E6FD75-262A-122D-8CC3-819001D111A0}"/>
              </a:ext>
            </a:extLst>
          </p:cNvPr>
          <p:cNvSpPr>
            <a:spLocks noGrp="1"/>
          </p:cNvSpPr>
          <p:nvPr>
            <p:ph type="pic" sz="quarter" idx="17"/>
          </p:nvPr>
        </p:nvSpPr>
        <p:spPr>
          <a:xfrm>
            <a:off x="6164740" y="1535430"/>
            <a:ext cx="2533729" cy="2535377"/>
          </a:xfrm>
        </p:spPr>
        <p:txBody>
          <a:bodyPr anchor="ctr"/>
          <a:lstStyle>
            <a:lvl1pPr marL="0" indent="0" algn="ctr">
              <a:buFontTx/>
              <a:buNone/>
              <a:defRPr/>
            </a:lvl1pPr>
          </a:lstStyle>
          <a:p>
            <a:r>
              <a:rPr lang="en-US"/>
              <a:t>Click icon to add picture</a:t>
            </a:r>
          </a:p>
        </p:txBody>
      </p:sp>
      <p:sp>
        <p:nvSpPr>
          <p:cNvPr id="33" name="Text Placeholder 19">
            <a:extLst>
              <a:ext uri="{FF2B5EF4-FFF2-40B4-BE49-F238E27FC236}">
                <a16:creationId xmlns:a16="http://schemas.microsoft.com/office/drawing/2014/main" id="{DF59D7A2-5A76-834D-8A15-DC6828819443}"/>
              </a:ext>
            </a:extLst>
          </p:cNvPr>
          <p:cNvSpPr>
            <a:spLocks noGrp="1"/>
          </p:cNvSpPr>
          <p:nvPr>
            <p:ph type="body" sz="quarter" idx="18" hasCustomPrompt="1"/>
          </p:nvPr>
        </p:nvSpPr>
        <p:spPr>
          <a:xfrm>
            <a:off x="6164740" y="4390848"/>
            <a:ext cx="2533729" cy="1825802"/>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34" name="Picture Placeholder 14">
            <a:extLst>
              <a:ext uri="{FF2B5EF4-FFF2-40B4-BE49-F238E27FC236}">
                <a16:creationId xmlns:a16="http://schemas.microsoft.com/office/drawing/2014/main" id="{B1050A76-2CFB-CABA-57D9-1DC9AF38E37C}"/>
              </a:ext>
            </a:extLst>
          </p:cNvPr>
          <p:cNvSpPr>
            <a:spLocks noGrp="1"/>
          </p:cNvSpPr>
          <p:nvPr>
            <p:ph type="pic" sz="quarter" idx="19"/>
          </p:nvPr>
        </p:nvSpPr>
        <p:spPr>
          <a:xfrm>
            <a:off x="8835629" y="1535430"/>
            <a:ext cx="2533729" cy="2535377"/>
          </a:xfrm>
        </p:spPr>
        <p:txBody>
          <a:bodyPr anchor="ctr"/>
          <a:lstStyle>
            <a:lvl1pPr marL="0" indent="0" algn="ctr">
              <a:buFontTx/>
              <a:buNone/>
              <a:defRPr/>
            </a:lvl1pPr>
          </a:lstStyle>
          <a:p>
            <a:r>
              <a:rPr lang="en-US"/>
              <a:t>Click icon to add picture</a:t>
            </a:r>
          </a:p>
        </p:txBody>
      </p:sp>
      <p:sp>
        <p:nvSpPr>
          <p:cNvPr id="35" name="Text Placeholder 19">
            <a:extLst>
              <a:ext uri="{FF2B5EF4-FFF2-40B4-BE49-F238E27FC236}">
                <a16:creationId xmlns:a16="http://schemas.microsoft.com/office/drawing/2014/main" id="{74E8C61D-494E-3F77-6EA6-6D6CCF43080C}"/>
              </a:ext>
            </a:extLst>
          </p:cNvPr>
          <p:cNvSpPr>
            <a:spLocks noGrp="1"/>
          </p:cNvSpPr>
          <p:nvPr>
            <p:ph type="body" sz="quarter" idx="20" hasCustomPrompt="1"/>
          </p:nvPr>
        </p:nvSpPr>
        <p:spPr>
          <a:xfrm>
            <a:off x="8835629" y="4390848"/>
            <a:ext cx="2533729" cy="1825802"/>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39" name="Rectangle 38">
            <a:extLst>
              <a:ext uri="{FF2B5EF4-FFF2-40B4-BE49-F238E27FC236}">
                <a16:creationId xmlns:a16="http://schemas.microsoft.com/office/drawing/2014/main" id="{748B2DA9-B91B-7061-13B2-7CF17A33F7C1}"/>
              </a:ext>
            </a:extLst>
          </p:cNvPr>
          <p:cNvSpPr/>
          <p:nvPr userDrawn="1"/>
        </p:nvSpPr>
        <p:spPr>
          <a:xfrm>
            <a:off x="11551920" y="1169670"/>
            <a:ext cx="182880" cy="182880"/>
          </a:xfrm>
          <a:prstGeom prst="rect">
            <a:avLst/>
          </a:prstGeom>
          <a:solidFill>
            <a:srgbClr val="76C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40" name="Rectangle 39">
            <a:extLst>
              <a:ext uri="{FF2B5EF4-FFF2-40B4-BE49-F238E27FC236}">
                <a16:creationId xmlns:a16="http://schemas.microsoft.com/office/drawing/2014/main" id="{940F4DA2-A861-30D2-3C87-150FCA2FBBB4}"/>
              </a:ext>
            </a:extLst>
          </p:cNvPr>
          <p:cNvSpPr/>
          <p:nvPr userDrawn="1"/>
        </p:nvSpPr>
        <p:spPr>
          <a:xfrm>
            <a:off x="11734801" y="1352551"/>
            <a:ext cx="457200" cy="457200"/>
          </a:xfrm>
          <a:prstGeom prst="rect">
            <a:avLst/>
          </a:prstGeom>
          <a:solidFill>
            <a:srgbClr val="004A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42" name="Rectangle 41">
            <a:extLst>
              <a:ext uri="{FF2B5EF4-FFF2-40B4-BE49-F238E27FC236}">
                <a16:creationId xmlns:a16="http://schemas.microsoft.com/office/drawing/2014/main" id="{6D99BE2D-3967-4ED5-5135-22FA3F6C1438}"/>
              </a:ext>
            </a:extLst>
          </p:cNvPr>
          <p:cNvSpPr/>
          <p:nvPr userDrawn="1"/>
        </p:nvSpPr>
        <p:spPr>
          <a:xfrm>
            <a:off x="353426" y="4253687"/>
            <a:ext cx="286654" cy="286654"/>
          </a:xfrm>
          <a:prstGeom prst="rect">
            <a:avLst/>
          </a:prstGeom>
          <a:solidFill>
            <a:srgbClr val="76C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Tree>
    <p:extLst>
      <p:ext uri="{BB962C8B-B14F-4D97-AF65-F5344CB8AC3E}">
        <p14:creationId xmlns:p14="http://schemas.microsoft.com/office/powerpoint/2010/main" val="3459598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Card 5">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0BD236-A5FE-B377-4D89-6CC4416BEC5F}"/>
              </a:ext>
            </a:extLst>
          </p:cNvPr>
          <p:cNvSpPr>
            <a:spLocks noGrp="1"/>
          </p:cNvSpPr>
          <p:nvPr>
            <p:ph type="title" hasCustomPrompt="1"/>
          </p:nvPr>
        </p:nvSpPr>
        <p:spPr/>
        <p:txBody>
          <a:bodyPr/>
          <a:lstStyle/>
          <a:p>
            <a:r>
              <a:rPr lang="en-US" dirty="0"/>
              <a:t>Click to edit title style</a:t>
            </a:r>
          </a:p>
        </p:txBody>
      </p:sp>
      <p:sp>
        <p:nvSpPr>
          <p:cNvPr id="38" name="Freeform: Shape 37">
            <a:extLst>
              <a:ext uri="{FF2B5EF4-FFF2-40B4-BE49-F238E27FC236}">
                <a16:creationId xmlns:a16="http://schemas.microsoft.com/office/drawing/2014/main" id="{84F8CE93-640F-CE68-AF32-9CFEC64A5BEA}"/>
              </a:ext>
            </a:extLst>
          </p:cNvPr>
          <p:cNvSpPr/>
          <p:nvPr userDrawn="1"/>
        </p:nvSpPr>
        <p:spPr>
          <a:xfrm>
            <a:off x="639762" y="1352550"/>
            <a:ext cx="10912476" cy="2366613"/>
          </a:xfrm>
          <a:custGeom>
            <a:avLst/>
            <a:gdLst>
              <a:gd name="connsiteX0" fmla="*/ 46038 w 10912476"/>
              <a:gd name="connsiteY0" fmla="*/ 45721 h 2366613"/>
              <a:gd name="connsiteX1" fmla="*/ 46038 w 10912476"/>
              <a:gd name="connsiteY1" fmla="*/ 2320893 h 2366613"/>
              <a:gd name="connsiteX2" fmla="*/ 10866438 w 10912476"/>
              <a:gd name="connsiteY2" fmla="*/ 2320893 h 2366613"/>
              <a:gd name="connsiteX3" fmla="*/ 10866438 w 10912476"/>
              <a:gd name="connsiteY3" fmla="*/ 45721 h 2366613"/>
              <a:gd name="connsiteX4" fmla="*/ 0 w 10912476"/>
              <a:gd name="connsiteY4" fmla="*/ 0 h 2366613"/>
              <a:gd name="connsiteX5" fmla="*/ 10912476 w 10912476"/>
              <a:gd name="connsiteY5" fmla="*/ 0 h 2366613"/>
              <a:gd name="connsiteX6" fmla="*/ 10912476 w 10912476"/>
              <a:gd name="connsiteY6" fmla="*/ 2366613 h 2366613"/>
              <a:gd name="connsiteX7" fmla="*/ 0 w 10912476"/>
              <a:gd name="connsiteY7" fmla="*/ 2366613 h 236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2476" h="2366613">
                <a:moveTo>
                  <a:pt x="46038" y="45721"/>
                </a:moveTo>
                <a:lnTo>
                  <a:pt x="46038" y="2320893"/>
                </a:lnTo>
                <a:lnTo>
                  <a:pt x="10866438" y="2320893"/>
                </a:lnTo>
                <a:lnTo>
                  <a:pt x="10866438" y="45721"/>
                </a:lnTo>
                <a:close/>
                <a:moveTo>
                  <a:pt x="0" y="0"/>
                </a:moveTo>
                <a:lnTo>
                  <a:pt x="10912476" y="0"/>
                </a:lnTo>
                <a:lnTo>
                  <a:pt x="10912476" y="2366613"/>
                </a:lnTo>
                <a:lnTo>
                  <a:pt x="0" y="236661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15" name="Picture Placeholder 14">
            <a:extLst>
              <a:ext uri="{FF2B5EF4-FFF2-40B4-BE49-F238E27FC236}">
                <a16:creationId xmlns:a16="http://schemas.microsoft.com/office/drawing/2014/main" id="{D1A772E1-CB6B-0FCE-F271-32750E54B461}"/>
              </a:ext>
            </a:extLst>
          </p:cNvPr>
          <p:cNvSpPr>
            <a:spLocks noGrp="1"/>
          </p:cNvSpPr>
          <p:nvPr>
            <p:ph type="pic" sz="quarter" idx="10"/>
          </p:nvPr>
        </p:nvSpPr>
        <p:spPr>
          <a:xfrm>
            <a:off x="822961" y="1535430"/>
            <a:ext cx="1999552" cy="2000853"/>
          </a:xfrm>
        </p:spPr>
        <p:txBody>
          <a:bodyPr anchor="ctr"/>
          <a:lstStyle>
            <a:lvl1pPr marL="0" indent="0" algn="ctr">
              <a:buFontTx/>
              <a:buNone/>
              <a:defRPr/>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9277DC75-5157-C2CA-7B3F-61A1DAA7F093}"/>
              </a:ext>
            </a:extLst>
          </p:cNvPr>
          <p:cNvSpPr>
            <a:spLocks noGrp="1"/>
          </p:cNvSpPr>
          <p:nvPr>
            <p:ph type="body" sz="quarter" idx="14" hasCustomPrompt="1"/>
          </p:nvPr>
        </p:nvSpPr>
        <p:spPr>
          <a:xfrm>
            <a:off x="822960" y="3856323"/>
            <a:ext cx="1999553" cy="2360327"/>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39" name="Rectangle 38">
            <a:extLst>
              <a:ext uri="{FF2B5EF4-FFF2-40B4-BE49-F238E27FC236}">
                <a16:creationId xmlns:a16="http://schemas.microsoft.com/office/drawing/2014/main" id="{748B2DA9-B91B-7061-13B2-7CF17A33F7C1}"/>
              </a:ext>
            </a:extLst>
          </p:cNvPr>
          <p:cNvSpPr/>
          <p:nvPr userDrawn="1"/>
        </p:nvSpPr>
        <p:spPr>
          <a:xfrm>
            <a:off x="11551920" y="1169670"/>
            <a:ext cx="182880" cy="182880"/>
          </a:xfrm>
          <a:prstGeom prst="rect">
            <a:avLst/>
          </a:prstGeom>
          <a:solidFill>
            <a:srgbClr val="76C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40" name="Rectangle 39">
            <a:extLst>
              <a:ext uri="{FF2B5EF4-FFF2-40B4-BE49-F238E27FC236}">
                <a16:creationId xmlns:a16="http://schemas.microsoft.com/office/drawing/2014/main" id="{940F4DA2-A861-30D2-3C87-150FCA2FBBB4}"/>
              </a:ext>
            </a:extLst>
          </p:cNvPr>
          <p:cNvSpPr/>
          <p:nvPr userDrawn="1"/>
        </p:nvSpPr>
        <p:spPr>
          <a:xfrm>
            <a:off x="11734801" y="1352551"/>
            <a:ext cx="457200" cy="457200"/>
          </a:xfrm>
          <a:prstGeom prst="rect">
            <a:avLst/>
          </a:prstGeom>
          <a:solidFill>
            <a:srgbClr val="004A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2" name="Rectangle 1">
            <a:extLst>
              <a:ext uri="{FF2B5EF4-FFF2-40B4-BE49-F238E27FC236}">
                <a16:creationId xmlns:a16="http://schemas.microsoft.com/office/drawing/2014/main" id="{FCB3DC79-151A-16B6-26C4-8585DF2730C9}"/>
              </a:ext>
            </a:extLst>
          </p:cNvPr>
          <p:cNvSpPr/>
          <p:nvPr userDrawn="1"/>
        </p:nvSpPr>
        <p:spPr>
          <a:xfrm>
            <a:off x="353426" y="3719163"/>
            <a:ext cx="286654" cy="286654"/>
          </a:xfrm>
          <a:prstGeom prst="rect">
            <a:avLst/>
          </a:prstGeom>
          <a:solidFill>
            <a:srgbClr val="76C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17" name="Picture Placeholder 14">
            <a:extLst>
              <a:ext uri="{FF2B5EF4-FFF2-40B4-BE49-F238E27FC236}">
                <a16:creationId xmlns:a16="http://schemas.microsoft.com/office/drawing/2014/main" id="{938C348D-019C-9932-3F67-2884F4C326A9}"/>
              </a:ext>
            </a:extLst>
          </p:cNvPr>
          <p:cNvSpPr>
            <a:spLocks noGrp="1"/>
          </p:cNvSpPr>
          <p:nvPr>
            <p:ph type="pic" sz="quarter" idx="15"/>
          </p:nvPr>
        </p:nvSpPr>
        <p:spPr>
          <a:xfrm>
            <a:off x="2959670" y="1535430"/>
            <a:ext cx="1999552" cy="2000853"/>
          </a:xfrm>
        </p:spPr>
        <p:txBody>
          <a:bodyPr anchor="ctr"/>
          <a:lstStyle>
            <a:lvl1pPr marL="0" indent="0" algn="ctr">
              <a:buFontTx/>
              <a:buNone/>
              <a:defRPr/>
            </a:lvl1pPr>
          </a:lstStyle>
          <a:p>
            <a:r>
              <a:rPr lang="en-US"/>
              <a:t>Click icon to add picture</a:t>
            </a:r>
            <a:endParaRPr lang="en-US" dirty="0"/>
          </a:p>
        </p:txBody>
      </p:sp>
      <p:sp>
        <p:nvSpPr>
          <p:cNvPr id="18" name="Text Placeholder 19">
            <a:extLst>
              <a:ext uri="{FF2B5EF4-FFF2-40B4-BE49-F238E27FC236}">
                <a16:creationId xmlns:a16="http://schemas.microsoft.com/office/drawing/2014/main" id="{8CAAB85A-8449-36FC-95FB-A6CEA20D1243}"/>
              </a:ext>
            </a:extLst>
          </p:cNvPr>
          <p:cNvSpPr>
            <a:spLocks noGrp="1"/>
          </p:cNvSpPr>
          <p:nvPr>
            <p:ph type="body" sz="quarter" idx="16" hasCustomPrompt="1"/>
          </p:nvPr>
        </p:nvSpPr>
        <p:spPr>
          <a:xfrm>
            <a:off x="2959669" y="3856323"/>
            <a:ext cx="1999553" cy="2360327"/>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19" name="Picture Placeholder 14">
            <a:extLst>
              <a:ext uri="{FF2B5EF4-FFF2-40B4-BE49-F238E27FC236}">
                <a16:creationId xmlns:a16="http://schemas.microsoft.com/office/drawing/2014/main" id="{DCCF1B9D-A598-99D5-FE31-DF33C0D76DA4}"/>
              </a:ext>
            </a:extLst>
          </p:cNvPr>
          <p:cNvSpPr>
            <a:spLocks noGrp="1"/>
          </p:cNvSpPr>
          <p:nvPr>
            <p:ph type="pic" sz="quarter" idx="17"/>
          </p:nvPr>
        </p:nvSpPr>
        <p:spPr>
          <a:xfrm>
            <a:off x="5096065" y="1535430"/>
            <a:ext cx="1999552" cy="2000853"/>
          </a:xfrm>
        </p:spPr>
        <p:txBody>
          <a:bodyPr anchor="ctr"/>
          <a:lstStyle>
            <a:lvl1pPr marL="0" indent="0" algn="ctr">
              <a:buFontTx/>
              <a:buNone/>
              <a:defRPr/>
            </a:lvl1pPr>
          </a:lstStyle>
          <a:p>
            <a:r>
              <a:rPr lang="en-US"/>
              <a:t>Click icon to add picture</a:t>
            </a:r>
            <a:endParaRPr lang="en-US" dirty="0"/>
          </a:p>
        </p:txBody>
      </p:sp>
      <p:sp>
        <p:nvSpPr>
          <p:cNvPr id="22" name="Text Placeholder 19">
            <a:extLst>
              <a:ext uri="{FF2B5EF4-FFF2-40B4-BE49-F238E27FC236}">
                <a16:creationId xmlns:a16="http://schemas.microsoft.com/office/drawing/2014/main" id="{2B8D5404-F286-52B8-42B9-EE17748BF7F4}"/>
              </a:ext>
            </a:extLst>
          </p:cNvPr>
          <p:cNvSpPr>
            <a:spLocks noGrp="1"/>
          </p:cNvSpPr>
          <p:nvPr>
            <p:ph type="body" sz="quarter" idx="18" hasCustomPrompt="1"/>
          </p:nvPr>
        </p:nvSpPr>
        <p:spPr>
          <a:xfrm>
            <a:off x="5096064" y="3856323"/>
            <a:ext cx="1999553" cy="2360327"/>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23" name="Picture Placeholder 14">
            <a:extLst>
              <a:ext uri="{FF2B5EF4-FFF2-40B4-BE49-F238E27FC236}">
                <a16:creationId xmlns:a16="http://schemas.microsoft.com/office/drawing/2014/main" id="{CB93B7A5-E657-2306-B77A-43C93292F70B}"/>
              </a:ext>
            </a:extLst>
          </p:cNvPr>
          <p:cNvSpPr>
            <a:spLocks noGrp="1"/>
          </p:cNvSpPr>
          <p:nvPr>
            <p:ph type="pic" sz="quarter" idx="19"/>
          </p:nvPr>
        </p:nvSpPr>
        <p:spPr>
          <a:xfrm>
            <a:off x="7232458" y="1535430"/>
            <a:ext cx="1999552" cy="2000853"/>
          </a:xfrm>
        </p:spPr>
        <p:txBody>
          <a:bodyPr anchor="ctr"/>
          <a:lstStyle>
            <a:lvl1pPr marL="0" indent="0" algn="ctr">
              <a:buFontTx/>
              <a:buNone/>
              <a:defRPr/>
            </a:lvl1pPr>
          </a:lstStyle>
          <a:p>
            <a:r>
              <a:rPr lang="en-US"/>
              <a:t>Click icon to add picture</a:t>
            </a:r>
            <a:endParaRPr lang="en-US" dirty="0"/>
          </a:p>
        </p:txBody>
      </p:sp>
      <p:sp>
        <p:nvSpPr>
          <p:cNvPr id="24" name="Text Placeholder 19">
            <a:extLst>
              <a:ext uri="{FF2B5EF4-FFF2-40B4-BE49-F238E27FC236}">
                <a16:creationId xmlns:a16="http://schemas.microsoft.com/office/drawing/2014/main" id="{8D58B9B7-3F8E-490D-3CD5-C92B802D3684}"/>
              </a:ext>
            </a:extLst>
          </p:cNvPr>
          <p:cNvSpPr>
            <a:spLocks noGrp="1"/>
          </p:cNvSpPr>
          <p:nvPr>
            <p:ph type="body" sz="quarter" idx="20" hasCustomPrompt="1"/>
          </p:nvPr>
        </p:nvSpPr>
        <p:spPr>
          <a:xfrm>
            <a:off x="7232457" y="3856323"/>
            <a:ext cx="1999553" cy="2360327"/>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
        <p:nvSpPr>
          <p:cNvPr id="25" name="Picture Placeholder 14">
            <a:extLst>
              <a:ext uri="{FF2B5EF4-FFF2-40B4-BE49-F238E27FC236}">
                <a16:creationId xmlns:a16="http://schemas.microsoft.com/office/drawing/2014/main" id="{3DE9AD2D-C780-79D1-3FB4-DCED9EAEEA42}"/>
              </a:ext>
            </a:extLst>
          </p:cNvPr>
          <p:cNvSpPr>
            <a:spLocks noGrp="1"/>
          </p:cNvSpPr>
          <p:nvPr>
            <p:ph type="pic" sz="quarter" idx="21"/>
          </p:nvPr>
        </p:nvSpPr>
        <p:spPr>
          <a:xfrm>
            <a:off x="9368532" y="1535430"/>
            <a:ext cx="1999552" cy="2000853"/>
          </a:xfrm>
        </p:spPr>
        <p:txBody>
          <a:bodyPr anchor="ctr"/>
          <a:lstStyle>
            <a:lvl1pPr marL="0" indent="0" algn="ctr">
              <a:buFontTx/>
              <a:buNone/>
              <a:defRPr/>
            </a:lvl1pPr>
          </a:lstStyle>
          <a:p>
            <a:r>
              <a:rPr lang="en-US"/>
              <a:t>Click icon to add picture</a:t>
            </a:r>
            <a:endParaRPr lang="en-US" dirty="0"/>
          </a:p>
        </p:txBody>
      </p:sp>
      <p:sp>
        <p:nvSpPr>
          <p:cNvPr id="26" name="Text Placeholder 19">
            <a:extLst>
              <a:ext uri="{FF2B5EF4-FFF2-40B4-BE49-F238E27FC236}">
                <a16:creationId xmlns:a16="http://schemas.microsoft.com/office/drawing/2014/main" id="{0F72FCE8-88A9-B34F-8BEA-45098DAF3154}"/>
              </a:ext>
            </a:extLst>
          </p:cNvPr>
          <p:cNvSpPr>
            <a:spLocks noGrp="1"/>
          </p:cNvSpPr>
          <p:nvPr>
            <p:ph type="body" sz="quarter" idx="22" hasCustomPrompt="1"/>
          </p:nvPr>
        </p:nvSpPr>
        <p:spPr>
          <a:xfrm>
            <a:off x="9368531" y="3856323"/>
            <a:ext cx="1999553" cy="2360327"/>
          </a:xfrm>
        </p:spPr>
        <p:txBody>
          <a:bodyPr/>
          <a:lstStyle>
            <a:lvl1pPr marL="0" indent="0" algn="ctr">
              <a:spcAft>
                <a:spcPts val="300"/>
              </a:spcAft>
              <a:buFontTx/>
              <a:buNone/>
              <a:defRPr sz="1800">
                <a:latin typeface="IntelOne Text Medium" panose="020B0703020203020204" pitchFamily="34" charset="0"/>
              </a:defRPr>
            </a:lvl1pPr>
            <a:lvl2pPr marL="0" indent="0" algn="ctr">
              <a:spcAft>
                <a:spcPts val="300"/>
              </a:spcAft>
              <a:buFontTx/>
              <a:buNone/>
              <a:defRPr sz="1600"/>
            </a:lvl2pPr>
            <a:lvl3pPr marL="457200" indent="0" algn="ctr">
              <a:buFontTx/>
              <a:buNone/>
              <a:defRPr/>
            </a:lvl3pPr>
            <a:lvl4pPr marL="690562" indent="0" algn="ctr">
              <a:buFontTx/>
              <a:buNone/>
              <a:defRPr/>
            </a:lvl4pPr>
            <a:lvl5pPr marL="914400" indent="0" algn="ctr">
              <a:buFontTx/>
              <a:buNone/>
              <a:defRPr/>
            </a:lvl5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4584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D23E5-8B42-FBB3-8E22-4702FB672B00}"/>
              </a:ext>
            </a:extLst>
          </p:cNvPr>
          <p:cNvSpPr>
            <a:spLocks noGrp="1"/>
          </p:cNvSpPr>
          <p:nvPr>
            <p:ph type="title" hasCustomPrompt="1"/>
          </p:nvPr>
        </p:nvSpPr>
        <p:spPr/>
        <p:txBody>
          <a:bodyPr/>
          <a:lstStyle/>
          <a:p>
            <a:r>
              <a:rPr lang="en-US" dirty="0"/>
              <a:t>Click to edit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hasCustomPrompt="1"/>
          </p:nvPr>
        </p:nvSpPr>
        <p:spPr>
          <a:xfrm>
            <a:off x="640080" y="1350962"/>
            <a:ext cx="10911840" cy="4867275"/>
          </a:xfrm>
        </p:spPr>
        <p:txBody>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69110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160">
          <p15:clr>
            <a:srgbClr val="FBAE40"/>
          </p15:clr>
        </p15:guide>
        <p15:guide id="6"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2 Column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54BD7A-EF24-5BA8-71D8-37820661AD98}"/>
              </a:ext>
            </a:extLst>
          </p:cNvPr>
          <p:cNvSpPr>
            <a:spLocks noGrp="1"/>
          </p:cNvSpPr>
          <p:nvPr>
            <p:ph type="title" hasCustomPrompt="1"/>
          </p:nvPr>
        </p:nvSpPr>
        <p:spPr/>
        <p:txBody>
          <a:bodyPr/>
          <a:lstStyle/>
          <a:p>
            <a:r>
              <a:rPr lang="en-US" dirty="0"/>
              <a:t>Click to edit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640080" y="1350962"/>
            <a:ext cx="5135880" cy="4867275"/>
          </a:xfrm>
        </p:spPr>
        <p:txBody>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hasCustomPrompt="1"/>
          </p:nvPr>
        </p:nvSpPr>
        <p:spPr>
          <a:xfrm>
            <a:off x="6416040" y="1350962"/>
            <a:ext cx="5134610" cy="4867275"/>
          </a:xfrm>
        </p:spPr>
        <p:txBody>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1135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4x4 Gri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54BD7A-EF24-5BA8-71D8-37820661AD98}"/>
              </a:ext>
            </a:extLst>
          </p:cNvPr>
          <p:cNvSpPr>
            <a:spLocks noGrp="1"/>
          </p:cNvSpPr>
          <p:nvPr>
            <p:ph type="title" hasCustomPrompt="1"/>
          </p:nvPr>
        </p:nvSpPr>
        <p:spPr/>
        <p:txBody>
          <a:bodyPr/>
          <a:lstStyle/>
          <a:p>
            <a:r>
              <a:rPr lang="en-US" dirty="0"/>
              <a:t>Click to edit title style</a:t>
            </a:r>
          </a:p>
        </p:txBody>
      </p:sp>
      <p:sp>
        <p:nvSpPr>
          <p:cNvPr id="10" name="Content Placeholder 2">
            <a:extLst>
              <a:ext uri="{FF2B5EF4-FFF2-40B4-BE49-F238E27FC236}">
                <a16:creationId xmlns:a16="http://schemas.microsoft.com/office/drawing/2014/main" id="{56C1875E-7D7F-8CFE-CD09-114BA91DB1A2}"/>
              </a:ext>
            </a:extLst>
          </p:cNvPr>
          <p:cNvSpPr>
            <a:spLocks noGrp="1"/>
          </p:cNvSpPr>
          <p:nvPr>
            <p:ph sz="half" idx="1" hasCustomPrompt="1"/>
          </p:nvPr>
        </p:nvSpPr>
        <p:spPr>
          <a:xfrm>
            <a:off x="640079" y="1350964"/>
            <a:ext cx="5273041" cy="2250598"/>
          </a:xfrm>
          <a:ln>
            <a:noFill/>
          </a:ln>
        </p:spPr>
        <p:txBody>
          <a:bodyPr lIns="0" tIns="0" rIns="0" bIns="0">
            <a:normAutofit/>
          </a:bodyPr>
          <a:lstStyle>
            <a:lvl1pPr marL="169863" indent="-169863">
              <a:spcAft>
                <a:spcPts val="600"/>
              </a:spcAft>
              <a:defRPr sz="1600"/>
            </a:lvl1pPr>
            <a:lvl2pPr marL="341313" indent="-169863">
              <a:spcAft>
                <a:spcPts val="600"/>
              </a:spcAft>
              <a:defRPr sz="1600"/>
            </a:lvl2pPr>
            <a:lvl3pPr marL="511175" indent="-169863">
              <a:spcAft>
                <a:spcPts val="600"/>
              </a:spcAft>
              <a:defRPr sz="1600"/>
            </a:lvl3pPr>
            <a:lvl4pPr marL="688975" indent="-173038">
              <a:spcAft>
                <a:spcPts val="600"/>
              </a:spcAft>
              <a:defRPr sz="1600"/>
            </a:lvl4pPr>
            <a:lvl5pPr marL="860425" indent="-173038">
              <a:spcAft>
                <a:spcPts val="600"/>
              </a:spcAft>
              <a:defRPr sz="16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CA12D478-566E-EB09-8C49-F20C246E1E70}"/>
              </a:ext>
            </a:extLst>
          </p:cNvPr>
          <p:cNvSpPr>
            <a:spLocks noGrp="1"/>
          </p:cNvSpPr>
          <p:nvPr>
            <p:ph sz="half" idx="10" hasCustomPrompt="1"/>
          </p:nvPr>
        </p:nvSpPr>
        <p:spPr>
          <a:xfrm>
            <a:off x="6279197" y="1350964"/>
            <a:ext cx="5273041" cy="2250598"/>
          </a:xfrm>
          <a:ln>
            <a:noFill/>
          </a:ln>
        </p:spPr>
        <p:txBody>
          <a:bodyPr lIns="0" tIns="0" rIns="0" bIns="0">
            <a:normAutofit/>
          </a:bodyPr>
          <a:lstStyle>
            <a:lvl1pPr marL="169863" indent="-169863">
              <a:spcAft>
                <a:spcPts val="600"/>
              </a:spcAft>
              <a:defRPr sz="1600"/>
            </a:lvl1pPr>
            <a:lvl2pPr marL="341313" indent="-169863">
              <a:spcAft>
                <a:spcPts val="600"/>
              </a:spcAft>
              <a:defRPr sz="1600"/>
            </a:lvl2pPr>
            <a:lvl3pPr marL="511175" indent="-169863">
              <a:spcAft>
                <a:spcPts val="600"/>
              </a:spcAft>
              <a:defRPr sz="1600"/>
            </a:lvl3pPr>
            <a:lvl4pPr marL="688975" indent="-173038">
              <a:spcAft>
                <a:spcPts val="600"/>
              </a:spcAft>
              <a:defRPr sz="1600"/>
            </a:lvl4pPr>
            <a:lvl5pPr marL="860425" indent="-173038">
              <a:spcAft>
                <a:spcPts val="600"/>
              </a:spcAft>
              <a:defRPr sz="16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a:extLst>
              <a:ext uri="{FF2B5EF4-FFF2-40B4-BE49-F238E27FC236}">
                <a16:creationId xmlns:a16="http://schemas.microsoft.com/office/drawing/2014/main" id="{27572F18-13D8-4A44-0BC9-1028CB8FE261}"/>
              </a:ext>
            </a:extLst>
          </p:cNvPr>
          <p:cNvSpPr>
            <a:spLocks noGrp="1"/>
          </p:cNvSpPr>
          <p:nvPr>
            <p:ph sz="half" idx="11" hasCustomPrompt="1"/>
          </p:nvPr>
        </p:nvSpPr>
        <p:spPr>
          <a:xfrm>
            <a:off x="640080" y="3966051"/>
            <a:ext cx="5273041" cy="2066640"/>
          </a:xfrm>
          <a:ln>
            <a:noFill/>
          </a:ln>
        </p:spPr>
        <p:txBody>
          <a:bodyPr lIns="0" tIns="0" rIns="0" bIns="0">
            <a:normAutofit/>
          </a:bodyPr>
          <a:lstStyle>
            <a:lvl1pPr marL="169863" indent="-169863">
              <a:spcAft>
                <a:spcPts val="600"/>
              </a:spcAft>
              <a:defRPr sz="1600"/>
            </a:lvl1pPr>
            <a:lvl2pPr marL="341313" indent="-169863">
              <a:spcAft>
                <a:spcPts val="600"/>
              </a:spcAft>
              <a:defRPr sz="1600"/>
            </a:lvl2pPr>
            <a:lvl3pPr marL="511175" indent="-169863">
              <a:spcAft>
                <a:spcPts val="600"/>
              </a:spcAft>
              <a:defRPr sz="1600"/>
            </a:lvl3pPr>
            <a:lvl4pPr marL="688975" indent="-173038">
              <a:spcAft>
                <a:spcPts val="600"/>
              </a:spcAft>
              <a:defRPr sz="1600"/>
            </a:lvl4pPr>
            <a:lvl5pPr marL="860425" indent="-173038">
              <a:spcAft>
                <a:spcPts val="600"/>
              </a:spcAft>
              <a:defRPr sz="16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a:extLst>
              <a:ext uri="{FF2B5EF4-FFF2-40B4-BE49-F238E27FC236}">
                <a16:creationId xmlns:a16="http://schemas.microsoft.com/office/drawing/2014/main" id="{BBD29EC2-03C2-0BAC-29DB-E66CBA58BAD2}"/>
              </a:ext>
            </a:extLst>
          </p:cNvPr>
          <p:cNvSpPr>
            <a:spLocks noGrp="1"/>
          </p:cNvSpPr>
          <p:nvPr>
            <p:ph sz="half" idx="12" hasCustomPrompt="1"/>
          </p:nvPr>
        </p:nvSpPr>
        <p:spPr>
          <a:xfrm>
            <a:off x="6277609" y="3966051"/>
            <a:ext cx="5273041" cy="2066640"/>
          </a:xfrm>
          <a:ln>
            <a:noFill/>
          </a:ln>
        </p:spPr>
        <p:txBody>
          <a:bodyPr lIns="0" tIns="0" rIns="0" bIns="0">
            <a:normAutofit/>
          </a:bodyPr>
          <a:lstStyle>
            <a:lvl1pPr marL="169863" indent="-169863">
              <a:spcAft>
                <a:spcPts val="600"/>
              </a:spcAft>
              <a:defRPr sz="1600"/>
            </a:lvl1pPr>
            <a:lvl2pPr marL="341313" indent="-169863">
              <a:spcAft>
                <a:spcPts val="600"/>
              </a:spcAft>
              <a:defRPr sz="1600"/>
            </a:lvl2pPr>
            <a:lvl3pPr marL="511175" indent="-169863">
              <a:spcAft>
                <a:spcPts val="600"/>
              </a:spcAft>
              <a:defRPr sz="1600"/>
            </a:lvl3pPr>
            <a:lvl4pPr marL="688975" indent="-173038">
              <a:spcAft>
                <a:spcPts val="600"/>
              </a:spcAft>
              <a:defRPr sz="1600"/>
            </a:lvl4pPr>
            <a:lvl5pPr marL="860425" indent="-173038">
              <a:spcAft>
                <a:spcPts val="600"/>
              </a:spcAft>
              <a:defRPr sz="16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9" name="Straight Connector 18">
            <a:extLst>
              <a:ext uri="{FF2B5EF4-FFF2-40B4-BE49-F238E27FC236}">
                <a16:creationId xmlns:a16="http://schemas.microsoft.com/office/drawing/2014/main" id="{3C6D7762-3D47-1050-E6A2-456426302529}"/>
              </a:ext>
            </a:extLst>
          </p:cNvPr>
          <p:cNvCxnSpPr>
            <a:cxnSpLocks/>
          </p:cNvCxnSpPr>
          <p:nvPr userDrawn="1"/>
        </p:nvCxnSpPr>
        <p:spPr>
          <a:xfrm>
            <a:off x="6096000" y="1350963"/>
            <a:ext cx="0" cy="486568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D344C18-FD99-2627-B3E3-5A9FF5C82019}"/>
              </a:ext>
            </a:extLst>
          </p:cNvPr>
          <p:cNvCxnSpPr>
            <a:cxnSpLocks/>
          </p:cNvCxnSpPr>
          <p:nvPr userDrawn="1"/>
        </p:nvCxnSpPr>
        <p:spPr>
          <a:xfrm>
            <a:off x="640080" y="3783806"/>
            <a:ext cx="1091057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6766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s + Header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54BD7A-EF24-5BA8-71D8-37820661AD98}"/>
              </a:ext>
            </a:extLst>
          </p:cNvPr>
          <p:cNvSpPr>
            <a:spLocks noGrp="1"/>
          </p:cNvSpPr>
          <p:nvPr>
            <p:ph type="title" hasCustomPrompt="1"/>
          </p:nvPr>
        </p:nvSpPr>
        <p:spPr>
          <a:xfrm>
            <a:off x="640080" y="347472"/>
            <a:ext cx="10911840" cy="640080"/>
          </a:xfrm>
        </p:spPr>
        <p:txBody>
          <a:bodyPr/>
          <a:lstStyle/>
          <a:p>
            <a:r>
              <a:rPr lang="en-US" dirty="0"/>
              <a:t>Click to edit title style</a:t>
            </a:r>
          </a:p>
        </p:txBody>
      </p:sp>
      <p:sp>
        <p:nvSpPr>
          <p:cNvPr id="8" name="Text Placeholder 7">
            <a:extLst>
              <a:ext uri="{FF2B5EF4-FFF2-40B4-BE49-F238E27FC236}">
                <a16:creationId xmlns:a16="http://schemas.microsoft.com/office/drawing/2014/main" id="{F995D9A7-4794-7F3E-08C6-4DF5706ACBC9}"/>
              </a:ext>
            </a:extLst>
          </p:cNvPr>
          <p:cNvSpPr>
            <a:spLocks noGrp="1"/>
          </p:cNvSpPr>
          <p:nvPr>
            <p:ph type="body" sz="quarter" idx="10" hasCustomPrompt="1"/>
          </p:nvPr>
        </p:nvSpPr>
        <p:spPr>
          <a:xfrm>
            <a:off x="640080" y="1352550"/>
            <a:ext cx="5367528" cy="731520"/>
          </a:xfrm>
          <a:solidFill>
            <a:schemeClr val="accent1"/>
          </a:solidFill>
          <a:ln>
            <a:noFill/>
          </a:ln>
        </p:spPr>
        <p:txBody>
          <a:bodyPr lIns="137160" tIns="137160" rIns="137160" bIns="137160" anchor="ctr">
            <a:normAutofit/>
          </a:bodyPr>
          <a:lstStyle>
            <a:lvl1pPr marL="0" indent="0" algn="ctr">
              <a:buFontTx/>
              <a:buNone/>
              <a:defRPr sz="2200">
                <a:solidFill>
                  <a:schemeClr val="bg1"/>
                </a:solidFill>
                <a:latin typeface="+mj-lt"/>
              </a:defRPr>
            </a:lvl1pPr>
          </a:lstStyle>
          <a:p>
            <a:pPr lvl="0"/>
            <a:r>
              <a:rPr lang="en-US" dirty="0"/>
              <a:t>Click to edit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640080" y="2084069"/>
            <a:ext cx="5367528" cy="4134169"/>
          </a:xfrm>
          <a:solidFill>
            <a:schemeClr val="bg1"/>
          </a:solidFill>
          <a:ln>
            <a:noFill/>
          </a:ln>
        </p:spPr>
        <p:txBody>
          <a:bodyPr lIns="137160" tIns="137160" rIns="137160" bIns="137160"/>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7">
            <a:extLst>
              <a:ext uri="{FF2B5EF4-FFF2-40B4-BE49-F238E27FC236}">
                <a16:creationId xmlns:a16="http://schemas.microsoft.com/office/drawing/2014/main" id="{3C5593E0-6E71-F064-B777-B376CDA76F27}"/>
              </a:ext>
            </a:extLst>
          </p:cNvPr>
          <p:cNvSpPr>
            <a:spLocks noGrp="1"/>
          </p:cNvSpPr>
          <p:nvPr>
            <p:ph type="body" sz="quarter" idx="11" hasCustomPrompt="1"/>
          </p:nvPr>
        </p:nvSpPr>
        <p:spPr>
          <a:xfrm>
            <a:off x="6184392" y="1352550"/>
            <a:ext cx="5367528" cy="731520"/>
          </a:xfrm>
          <a:solidFill>
            <a:schemeClr val="accent1"/>
          </a:solidFill>
          <a:ln>
            <a:noFill/>
          </a:ln>
        </p:spPr>
        <p:txBody>
          <a:bodyPr lIns="137160" tIns="137160" rIns="137160" bIns="137160" anchor="ctr">
            <a:normAutofit/>
          </a:bodyPr>
          <a:lstStyle>
            <a:lvl1pPr marL="0" indent="0" algn="ctr">
              <a:buFontTx/>
              <a:buNone/>
              <a:defRPr sz="2200">
                <a:solidFill>
                  <a:schemeClr val="bg1"/>
                </a:solidFill>
                <a:latin typeface="+mj-lt"/>
              </a:defRPr>
            </a:lvl1pPr>
          </a:lstStyle>
          <a:p>
            <a:pPr lvl="0"/>
            <a:r>
              <a:rPr lang="en-US" dirty="0"/>
              <a:t>Click to edit text styles</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hasCustomPrompt="1"/>
          </p:nvPr>
        </p:nvSpPr>
        <p:spPr>
          <a:xfrm>
            <a:off x="6184392" y="2084069"/>
            <a:ext cx="5367528" cy="4134169"/>
          </a:xfrm>
          <a:solidFill>
            <a:schemeClr val="bg1"/>
          </a:solidFill>
          <a:ln>
            <a:noFill/>
          </a:ln>
        </p:spPr>
        <p:txBody>
          <a:bodyPr lIns="137160" tIns="137160" rIns="137160" bIns="137160"/>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3435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Columns + Header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54BD7A-EF24-5BA8-71D8-37820661AD98}"/>
              </a:ext>
            </a:extLst>
          </p:cNvPr>
          <p:cNvSpPr>
            <a:spLocks noGrp="1"/>
          </p:cNvSpPr>
          <p:nvPr>
            <p:ph type="title" hasCustomPrompt="1"/>
          </p:nvPr>
        </p:nvSpPr>
        <p:spPr>
          <a:xfrm>
            <a:off x="640080" y="347472"/>
            <a:ext cx="10911840" cy="640080"/>
          </a:xfrm>
        </p:spPr>
        <p:txBody>
          <a:bodyPr/>
          <a:lstStyle/>
          <a:p>
            <a:r>
              <a:rPr lang="en-US" dirty="0"/>
              <a:t>Click to edit title style</a:t>
            </a:r>
          </a:p>
        </p:txBody>
      </p:sp>
      <p:sp>
        <p:nvSpPr>
          <p:cNvPr id="8" name="Text Placeholder 7">
            <a:extLst>
              <a:ext uri="{FF2B5EF4-FFF2-40B4-BE49-F238E27FC236}">
                <a16:creationId xmlns:a16="http://schemas.microsoft.com/office/drawing/2014/main" id="{F995D9A7-4794-7F3E-08C6-4DF5706ACBC9}"/>
              </a:ext>
            </a:extLst>
          </p:cNvPr>
          <p:cNvSpPr>
            <a:spLocks noGrp="1"/>
          </p:cNvSpPr>
          <p:nvPr>
            <p:ph type="body" sz="quarter" idx="10" hasCustomPrompt="1"/>
          </p:nvPr>
        </p:nvSpPr>
        <p:spPr>
          <a:xfrm>
            <a:off x="640080" y="1352550"/>
            <a:ext cx="3511296" cy="731520"/>
          </a:xfrm>
          <a:solidFill>
            <a:schemeClr val="accent1"/>
          </a:solidFill>
          <a:ln>
            <a:noFill/>
          </a:ln>
        </p:spPr>
        <p:txBody>
          <a:bodyPr lIns="137160" tIns="137160" rIns="137160" bIns="137160" anchor="ctr">
            <a:normAutofit/>
          </a:bodyPr>
          <a:lstStyle>
            <a:lvl1pPr marL="0" indent="0" algn="ctr">
              <a:buFontTx/>
              <a:buNone/>
              <a:defRPr sz="2200">
                <a:solidFill>
                  <a:schemeClr val="bg1"/>
                </a:solidFill>
                <a:latin typeface="+mj-lt"/>
              </a:defRPr>
            </a:lvl1pPr>
          </a:lstStyle>
          <a:p>
            <a:pPr lvl="0"/>
            <a:r>
              <a:rPr lang="en-US" dirty="0"/>
              <a:t>Click to edit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640080" y="2084069"/>
            <a:ext cx="3511296" cy="4134169"/>
          </a:xfrm>
          <a:solidFill>
            <a:schemeClr val="bg1"/>
          </a:solidFill>
          <a:ln>
            <a:noFill/>
          </a:ln>
        </p:spPr>
        <p:txBody>
          <a:bodyPr lIns="137160" tIns="137160" rIns="137160" bIns="137160"/>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7">
            <a:extLst>
              <a:ext uri="{FF2B5EF4-FFF2-40B4-BE49-F238E27FC236}">
                <a16:creationId xmlns:a16="http://schemas.microsoft.com/office/drawing/2014/main" id="{412B4B45-CF39-C881-FEED-193B2B89EA0F}"/>
              </a:ext>
            </a:extLst>
          </p:cNvPr>
          <p:cNvSpPr>
            <a:spLocks noGrp="1"/>
          </p:cNvSpPr>
          <p:nvPr>
            <p:ph type="body" sz="quarter" idx="12" hasCustomPrompt="1"/>
          </p:nvPr>
        </p:nvSpPr>
        <p:spPr>
          <a:xfrm>
            <a:off x="4340352" y="1352550"/>
            <a:ext cx="3511296" cy="731520"/>
          </a:xfrm>
          <a:solidFill>
            <a:schemeClr val="accent1"/>
          </a:solidFill>
          <a:ln>
            <a:noFill/>
          </a:ln>
        </p:spPr>
        <p:txBody>
          <a:bodyPr lIns="137160" tIns="137160" rIns="137160" bIns="137160" anchor="ctr">
            <a:normAutofit/>
          </a:bodyPr>
          <a:lstStyle>
            <a:lvl1pPr marL="0" indent="0" algn="ctr">
              <a:buFontTx/>
              <a:buNone/>
              <a:defRPr sz="2200">
                <a:solidFill>
                  <a:schemeClr val="bg1"/>
                </a:solidFill>
                <a:latin typeface="+mj-lt"/>
              </a:defRPr>
            </a:lvl1pPr>
          </a:lstStyle>
          <a:p>
            <a:pPr lvl="0"/>
            <a:r>
              <a:rPr lang="en-US" dirty="0"/>
              <a:t>Click to edit text styles</a:t>
            </a:r>
          </a:p>
        </p:txBody>
      </p:sp>
      <p:sp>
        <p:nvSpPr>
          <p:cNvPr id="11" name="Content Placeholder 2">
            <a:extLst>
              <a:ext uri="{FF2B5EF4-FFF2-40B4-BE49-F238E27FC236}">
                <a16:creationId xmlns:a16="http://schemas.microsoft.com/office/drawing/2014/main" id="{E46A1A6E-39AF-64E3-3210-6BA9680B4DA5}"/>
              </a:ext>
            </a:extLst>
          </p:cNvPr>
          <p:cNvSpPr>
            <a:spLocks noGrp="1"/>
          </p:cNvSpPr>
          <p:nvPr>
            <p:ph sz="half" idx="11" hasCustomPrompt="1"/>
          </p:nvPr>
        </p:nvSpPr>
        <p:spPr>
          <a:xfrm>
            <a:off x="4340352" y="2084069"/>
            <a:ext cx="3511296" cy="4134169"/>
          </a:xfrm>
          <a:solidFill>
            <a:schemeClr val="bg1"/>
          </a:solidFill>
          <a:ln>
            <a:noFill/>
          </a:ln>
        </p:spPr>
        <p:txBody>
          <a:bodyPr lIns="137160" tIns="137160" rIns="137160" bIns="137160"/>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7">
            <a:extLst>
              <a:ext uri="{FF2B5EF4-FFF2-40B4-BE49-F238E27FC236}">
                <a16:creationId xmlns:a16="http://schemas.microsoft.com/office/drawing/2014/main" id="{B47937BC-FCEA-CF86-9ECE-0BB1BEC95F73}"/>
              </a:ext>
            </a:extLst>
          </p:cNvPr>
          <p:cNvSpPr>
            <a:spLocks noGrp="1"/>
          </p:cNvSpPr>
          <p:nvPr>
            <p:ph type="body" sz="quarter" idx="14" hasCustomPrompt="1"/>
          </p:nvPr>
        </p:nvSpPr>
        <p:spPr>
          <a:xfrm>
            <a:off x="8040624" y="1352550"/>
            <a:ext cx="3511296" cy="731520"/>
          </a:xfrm>
          <a:solidFill>
            <a:schemeClr val="accent1"/>
          </a:solidFill>
          <a:ln>
            <a:noFill/>
          </a:ln>
        </p:spPr>
        <p:txBody>
          <a:bodyPr lIns="137160" tIns="137160" rIns="137160" bIns="137160" anchor="ctr">
            <a:normAutofit/>
          </a:bodyPr>
          <a:lstStyle>
            <a:lvl1pPr marL="0" indent="0" algn="ctr">
              <a:buFontTx/>
              <a:buNone/>
              <a:defRPr sz="2200">
                <a:solidFill>
                  <a:schemeClr val="bg1"/>
                </a:solidFill>
                <a:latin typeface="+mj-lt"/>
              </a:defRPr>
            </a:lvl1pPr>
          </a:lstStyle>
          <a:p>
            <a:pPr lvl="0"/>
            <a:r>
              <a:rPr lang="en-US" dirty="0"/>
              <a:t>Click to edit text styles</a:t>
            </a:r>
          </a:p>
        </p:txBody>
      </p:sp>
      <p:sp>
        <p:nvSpPr>
          <p:cNvPr id="13" name="Content Placeholder 2">
            <a:extLst>
              <a:ext uri="{FF2B5EF4-FFF2-40B4-BE49-F238E27FC236}">
                <a16:creationId xmlns:a16="http://schemas.microsoft.com/office/drawing/2014/main" id="{F0F4CBDF-F4ED-5751-33F6-BFE24BB0F3FC}"/>
              </a:ext>
            </a:extLst>
          </p:cNvPr>
          <p:cNvSpPr>
            <a:spLocks noGrp="1"/>
          </p:cNvSpPr>
          <p:nvPr>
            <p:ph sz="half" idx="13" hasCustomPrompt="1"/>
          </p:nvPr>
        </p:nvSpPr>
        <p:spPr>
          <a:xfrm>
            <a:off x="8040624" y="2084069"/>
            <a:ext cx="3511296" cy="4134169"/>
          </a:xfrm>
          <a:solidFill>
            <a:schemeClr val="bg1"/>
          </a:solidFill>
          <a:ln>
            <a:noFill/>
          </a:ln>
        </p:spPr>
        <p:txBody>
          <a:bodyPr lIns="137160" tIns="137160" rIns="137160" bIns="137160"/>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6734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Columns + Header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54BD7A-EF24-5BA8-71D8-37820661AD98}"/>
              </a:ext>
            </a:extLst>
          </p:cNvPr>
          <p:cNvSpPr>
            <a:spLocks noGrp="1"/>
          </p:cNvSpPr>
          <p:nvPr>
            <p:ph type="title" hasCustomPrompt="1"/>
          </p:nvPr>
        </p:nvSpPr>
        <p:spPr/>
        <p:txBody>
          <a:bodyPr/>
          <a:lstStyle/>
          <a:p>
            <a:r>
              <a:rPr lang="en-US" dirty="0"/>
              <a:t>Click to edit title style</a:t>
            </a:r>
          </a:p>
        </p:txBody>
      </p:sp>
      <p:sp>
        <p:nvSpPr>
          <p:cNvPr id="8" name="Text Placeholder 7">
            <a:extLst>
              <a:ext uri="{FF2B5EF4-FFF2-40B4-BE49-F238E27FC236}">
                <a16:creationId xmlns:a16="http://schemas.microsoft.com/office/drawing/2014/main" id="{F995D9A7-4794-7F3E-08C6-4DF5706ACBC9}"/>
              </a:ext>
            </a:extLst>
          </p:cNvPr>
          <p:cNvSpPr>
            <a:spLocks noGrp="1"/>
          </p:cNvSpPr>
          <p:nvPr>
            <p:ph type="body" sz="quarter" idx="10" hasCustomPrompt="1"/>
          </p:nvPr>
        </p:nvSpPr>
        <p:spPr>
          <a:xfrm>
            <a:off x="639763" y="1352550"/>
            <a:ext cx="2590640" cy="731520"/>
          </a:xfrm>
          <a:solidFill>
            <a:schemeClr val="accent1"/>
          </a:solidFill>
          <a:ln>
            <a:noFill/>
          </a:ln>
        </p:spPr>
        <p:txBody>
          <a:bodyPr lIns="137160" tIns="137160" rIns="137160" bIns="137160" anchor="ctr">
            <a:noAutofit/>
          </a:bodyPr>
          <a:lstStyle>
            <a:lvl1pPr marL="0" indent="0" algn="ctr">
              <a:buFontTx/>
              <a:buNone/>
              <a:defRPr sz="2000">
                <a:solidFill>
                  <a:schemeClr val="bg1"/>
                </a:solidFill>
                <a:latin typeface="+mj-lt"/>
              </a:defRPr>
            </a:lvl1pPr>
          </a:lstStyle>
          <a:p>
            <a:pPr lvl="0"/>
            <a:r>
              <a:rPr lang="en-US" dirty="0"/>
              <a:t>Click to edit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640079" y="2084069"/>
            <a:ext cx="2590801" cy="4134169"/>
          </a:xfrm>
          <a:solidFill>
            <a:schemeClr val="bg1"/>
          </a:solidFill>
          <a:ln>
            <a:noFill/>
          </a:ln>
        </p:spPr>
        <p:txBody>
          <a:bodyPr lIns="137160" tIns="137160" rIns="137160" bIns="137160">
            <a:normAutofit/>
          </a:bodyPr>
          <a:lstStyle>
            <a:lvl1pPr marL="169863" indent="-169863">
              <a:spcAft>
                <a:spcPts val="600"/>
              </a:spcAft>
              <a:defRPr sz="1600"/>
            </a:lvl1pPr>
            <a:lvl2pPr marL="341313" indent="-169863">
              <a:spcAft>
                <a:spcPts val="600"/>
              </a:spcAft>
              <a:defRPr sz="1600"/>
            </a:lvl2pPr>
            <a:lvl3pPr marL="511175" indent="-169863">
              <a:spcAft>
                <a:spcPts val="600"/>
              </a:spcAft>
              <a:defRPr sz="1600"/>
            </a:lvl3pPr>
            <a:lvl4pPr marL="688975" indent="-173038">
              <a:spcAft>
                <a:spcPts val="600"/>
              </a:spcAft>
              <a:defRPr sz="1600"/>
            </a:lvl4pPr>
            <a:lvl5pPr marL="860425" indent="-173038">
              <a:spcAft>
                <a:spcPts val="600"/>
              </a:spcAft>
              <a:defRPr sz="16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7">
            <a:extLst>
              <a:ext uri="{FF2B5EF4-FFF2-40B4-BE49-F238E27FC236}">
                <a16:creationId xmlns:a16="http://schemas.microsoft.com/office/drawing/2014/main" id="{893B42FB-5999-B3E9-6C21-A952B948FDA7}"/>
              </a:ext>
            </a:extLst>
          </p:cNvPr>
          <p:cNvSpPr>
            <a:spLocks noGrp="1"/>
          </p:cNvSpPr>
          <p:nvPr>
            <p:ph type="body" sz="quarter" idx="12" hasCustomPrompt="1"/>
          </p:nvPr>
        </p:nvSpPr>
        <p:spPr>
          <a:xfrm>
            <a:off x="3413443" y="1352550"/>
            <a:ext cx="2590640" cy="731520"/>
          </a:xfrm>
          <a:solidFill>
            <a:schemeClr val="accent1"/>
          </a:solidFill>
          <a:ln>
            <a:noFill/>
          </a:ln>
        </p:spPr>
        <p:txBody>
          <a:bodyPr lIns="137160" tIns="137160" rIns="137160" bIns="137160" anchor="ctr">
            <a:noAutofit/>
          </a:bodyPr>
          <a:lstStyle>
            <a:lvl1pPr marL="0" indent="0" algn="ctr">
              <a:buFontTx/>
              <a:buNone/>
              <a:defRPr sz="2000">
                <a:solidFill>
                  <a:schemeClr val="bg1"/>
                </a:solidFill>
                <a:latin typeface="+mj-lt"/>
              </a:defRPr>
            </a:lvl1pPr>
          </a:lstStyle>
          <a:p>
            <a:pPr lvl="0"/>
            <a:r>
              <a:rPr lang="en-US" dirty="0"/>
              <a:t>Click to edit text styles</a:t>
            </a:r>
          </a:p>
        </p:txBody>
      </p:sp>
      <p:sp>
        <p:nvSpPr>
          <p:cNvPr id="20" name="Content Placeholder 2">
            <a:extLst>
              <a:ext uri="{FF2B5EF4-FFF2-40B4-BE49-F238E27FC236}">
                <a16:creationId xmlns:a16="http://schemas.microsoft.com/office/drawing/2014/main" id="{C3DD9B0E-BCFC-DE24-9478-B0C73997F4CD}"/>
              </a:ext>
            </a:extLst>
          </p:cNvPr>
          <p:cNvSpPr>
            <a:spLocks noGrp="1"/>
          </p:cNvSpPr>
          <p:nvPr>
            <p:ph sz="half" idx="17" hasCustomPrompt="1"/>
          </p:nvPr>
        </p:nvSpPr>
        <p:spPr>
          <a:xfrm>
            <a:off x="3413443" y="2084069"/>
            <a:ext cx="2590801" cy="4134169"/>
          </a:xfrm>
          <a:solidFill>
            <a:schemeClr val="bg1"/>
          </a:solidFill>
          <a:ln>
            <a:noFill/>
          </a:ln>
        </p:spPr>
        <p:txBody>
          <a:bodyPr lIns="137160" tIns="137160" rIns="137160" bIns="137160">
            <a:normAutofit/>
          </a:bodyPr>
          <a:lstStyle>
            <a:lvl1pPr marL="169863" indent="-169863">
              <a:spcAft>
                <a:spcPts val="600"/>
              </a:spcAft>
              <a:defRPr sz="1600"/>
            </a:lvl1pPr>
            <a:lvl2pPr marL="341313" indent="-169863">
              <a:spcAft>
                <a:spcPts val="600"/>
              </a:spcAft>
              <a:defRPr sz="1600"/>
            </a:lvl2pPr>
            <a:lvl3pPr marL="511175" indent="-169863">
              <a:spcAft>
                <a:spcPts val="600"/>
              </a:spcAft>
              <a:defRPr sz="1600"/>
            </a:lvl3pPr>
            <a:lvl4pPr marL="688975" indent="-173038">
              <a:spcAft>
                <a:spcPts val="600"/>
              </a:spcAft>
              <a:defRPr sz="1600"/>
            </a:lvl4pPr>
            <a:lvl5pPr marL="860425" indent="-173038">
              <a:spcAft>
                <a:spcPts val="600"/>
              </a:spcAft>
              <a:defRPr sz="16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7">
            <a:extLst>
              <a:ext uri="{FF2B5EF4-FFF2-40B4-BE49-F238E27FC236}">
                <a16:creationId xmlns:a16="http://schemas.microsoft.com/office/drawing/2014/main" id="{408E2BB1-3472-BF16-ED03-7CE5ABEC0E32}"/>
              </a:ext>
            </a:extLst>
          </p:cNvPr>
          <p:cNvSpPr>
            <a:spLocks noGrp="1"/>
          </p:cNvSpPr>
          <p:nvPr>
            <p:ph type="body" sz="quarter" idx="14" hasCustomPrompt="1"/>
          </p:nvPr>
        </p:nvSpPr>
        <p:spPr>
          <a:xfrm>
            <a:off x="6187600" y="1352550"/>
            <a:ext cx="2590640" cy="731520"/>
          </a:xfrm>
          <a:solidFill>
            <a:schemeClr val="accent1"/>
          </a:solidFill>
          <a:ln>
            <a:noFill/>
          </a:ln>
        </p:spPr>
        <p:txBody>
          <a:bodyPr lIns="137160" tIns="137160" rIns="137160" bIns="137160" anchor="ctr">
            <a:noAutofit/>
          </a:bodyPr>
          <a:lstStyle>
            <a:lvl1pPr marL="0" indent="0" algn="ctr">
              <a:buFontTx/>
              <a:buNone/>
              <a:defRPr sz="2000">
                <a:solidFill>
                  <a:schemeClr val="bg1"/>
                </a:solidFill>
                <a:latin typeface="+mj-lt"/>
              </a:defRPr>
            </a:lvl1pPr>
          </a:lstStyle>
          <a:p>
            <a:pPr lvl="0"/>
            <a:r>
              <a:rPr lang="en-US" dirty="0"/>
              <a:t>Click to edit text styles</a:t>
            </a:r>
          </a:p>
        </p:txBody>
      </p:sp>
      <p:sp>
        <p:nvSpPr>
          <p:cNvPr id="21" name="Content Placeholder 2">
            <a:extLst>
              <a:ext uri="{FF2B5EF4-FFF2-40B4-BE49-F238E27FC236}">
                <a16:creationId xmlns:a16="http://schemas.microsoft.com/office/drawing/2014/main" id="{3422803A-3C57-F77D-E23A-7A9EDA5A4C0C}"/>
              </a:ext>
            </a:extLst>
          </p:cNvPr>
          <p:cNvSpPr>
            <a:spLocks noGrp="1"/>
          </p:cNvSpPr>
          <p:nvPr>
            <p:ph sz="half" idx="18" hasCustomPrompt="1"/>
          </p:nvPr>
        </p:nvSpPr>
        <p:spPr>
          <a:xfrm>
            <a:off x="6187600" y="2084069"/>
            <a:ext cx="2590801" cy="4134169"/>
          </a:xfrm>
          <a:solidFill>
            <a:schemeClr val="bg1"/>
          </a:solidFill>
          <a:ln>
            <a:noFill/>
          </a:ln>
        </p:spPr>
        <p:txBody>
          <a:bodyPr lIns="137160" tIns="137160" rIns="137160" bIns="137160">
            <a:normAutofit/>
          </a:bodyPr>
          <a:lstStyle>
            <a:lvl1pPr marL="169863" indent="-169863">
              <a:spcAft>
                <a:spcPts val="600"/>
              </a:spcAft>
              <a:defRPr sz="1600"/>
            </a:lvl1pPr>
            <a:lvl2pPr marL="341313" indent="-169863">
              <a:spcAft>
                <a:spcPts val="600"/>
              </a:spcAft>
              <a:defRPr sz="1600"/>
            </a:lvl2pPr>
            <a:lvl3pPr marL="511175" indent="-169863">
              <a:spcAft>
                <a:spcPts val="600"/>
              </a:spcAft>
              <a:defRPr sz="1600"/>
            </a:lvl3pPr>
            <a:lvl4pPr marL="688975" indent="-173038">
              <a:spcAft>
                <a:spcPts val="600"/>
              </a:spcAft>
              <a:defRPr sz="1600"/>
            </a:lvl4pPr>
            <a:lvl5pPr marL="860425" indent="-173038">
              <a:spcAft>
                <a:spcPts val="600"/>
              </a:spcAft>
              <a:defRPr sz="16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7">
            <a:extLst>
              <a:ext uri="{FF2B5EF4-FFF2-40B4-BE49-F238E27FC236}">
                <a16:creationId xmlns:a16="http://schemas.microsoft.com/office/drawing/2014/main" id="{8644D253-0A20-D2D5-3705-32A1EAF2C3E9}"/>
              </a:ext>
            </a:extLst>
          </p:cNvPr>
          <p:cNvSpPr>
            <a:spLocks noGrp="1"/>
          </p:cNvSpPr>
          <p:nvPr>
            <p:ph type="body" sz="quarter" idx="16" hasCustomPrompt="1"/>
          </p:nvPr>
        </p:nvSpPr>
        <p:spPr>
          <a:xfrm>
            <a:off x="8961598" y="1352550"/>
            <a:ext cx="2590640" cy="731520"/>
          </a:xfrm>
          <a:solidFill>
            <a:schemeClr val="accent1"/>
          </a:solidFill>
          <a:ln>
            <a:noFill/>
          </a:ln>
        </p:spPr>
        <p:txBody>
          <a:bodyPr lIns="137160" tIns="137160" rIns="137160" bIns="137160" anchor="ctr">
            <a:noAutofit/>
          </a:bodyPr>
          <a:lstStyle>
            <a:lvl1pPr marL="0" indent="0" algn="ctr">
              <a:buFontTx/>
              <a:buNone/>
              <a:defRPr sz="2000">
                <a:solidFill>
                  <a:schemeClr val="bg1"/>
                </a:solidFill>
                <a:latin typeface="+mj-lt"/>
              </a:defRPr>
            </a:lvl1pPr>
          </a:lstStyle>
          <a:p>
            <a:pPr lvl="0"/>
            <a:r>
              <a:rPr lang="en-US" dirty="0"/>
              <a:t>Click to edit text styles</a:t>
            </a:r>
          </a:p>
        </p:txBody>
      </p:sp>
      <p:sp>
        <p:nvSpPr>
          <p:cNvPr id="22" name="Content Placeholder 2">
            <a:extLst>
              <a:ext uri="{FF2B5EF4-FFF2-40B4-BE49-F238E27FC236}">
                <a16:creationId xmlns:a16="http://schemas.microsoft.com/office/drawing/2014/main" id="{4C5DA0EE-F75D-43D7-1BC1-178FAD4EABBC}"/>
              </a:ext>
            </a:extLst>
          </p:cNvPr>
          <p:cNvSpPr>
            <a:spLocks noGrp="1"/>
          </p:cNvSpPr>
          <p:nvPr>
            <p:ph sz="half" idx="19" hasCustomPrompt="1"/>
          </p:nvPr>
        </p:nvSpPr>
        <p:spPr>
          <a:xfrm>
            <a:off x="8961598" y="2084069"/>
            <a:ext cx="2590801" cy="4134169"/>
          </a:xfrm>
          <a:solidFill>
            <a:schemeClr val="bg1"/>
          </a:solidFill>
          <a:ln>
            <a:noFill/>
          </a:ln>
        </p:spPr>
        <p:txBody>
          <a:bodyPr lIns="137160" tIns="137160" rIns="137160" bIns="137160">
            <a:normAutofit/>
          </a:bodyPr>
          <a:lstStyle>
            <a:lvl1pPr marL="169863" indent="-169863">
              <a:spcAft>
                <a:spcPts val="600"/>
              </a:spcAft>
              <a:defRPr sz="1600"/>
            </a:lvl1pPr>
            <a:lvl2pPr marL="341313" indent="-169863">
              <a:spcAft>
                <a:spcPts val="600"/>
              </a:spcAft>
              <a:defRPr sz="1600"/>
            </a:lvl2pPr>
            <a:lvl3pPr marL="511175" indent="-169863">
              <a:spcAft>
                <a:spcPts val="600"/>
              </a:spcAft>
              <a:defRPr sz="1600"/>
            </a:lvl3pPr>
            <a:lvl4pPr marL="688975" indent="-173038">
              <a:spcAft>
                <a:spcPts val="600"/>
              </a:spcAft>
              <a:defRPr sz="1600"/>
            </a:lvl4pPr>
            <a:lvl5pPr marL="860425" indent="-173038">
              <a:spcAft>
                <a:spcPts val="600"/>
              </a:spcAft>
              <a:defRPr sz="16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95264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x4 Grid + Header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54BD7A-EF24-5BA8-71D8-37820661AD98}"/>
              </a:ext>
            </a:extLst>
          </p:cNvPr>
          <p:cNvSpPr>
            <a:spLocks noGrp="1"/>
          </p:cNvSpPr>
          <p:nvPr>
            <p:ph type="title" hasCustomPrompt="1"/>
          </p:nvPr>
        </p:nvSpPr>
        <p:spPr>
          <a:xfrm>
            <a:off x="639762" y="347472"/>
            <a:ext cx="10911840" cy="640080"/>
          </a:xfrm>
        </p:spPr>
        <p:txBody>
          <a:bodyPr/>
          <a:lstStyle/>
          <a:p>
            <a:r>
              <a:rPr lang="en-US" dirty="0"/>
              <a:t>Click to edit title style</a:t>
            </a:r>
          </a:p>
        </p:txBody>
      </p:sp>
      <p:sp>
        <p:nvSpPr>
          <p:cNvPr id="6" name="Text Placeholder 7">
            <a:extLst>
              <a:ext uri="{FF2B5EF4-FFF2-40B4-BE49-F238E27FC236}">
                <a16:creationId xmlns:a16="http://schemas.microsoft.com/office/drawing/2014/main" id="{BA1EBED7-F22A-AEEF-50AF-DCA60FB5AF5D}"/>
              </a:ext>
            </a:extLst>
          </p:cNvPr>
          <p:cNvSpPr>
            <a:spLocks noGrp="1"/>
          </p:cNvSpPr>
          <p:nvPr>
            <p:ph type="body" sz="quarter" idx="10" hasCustomPrompt="1"/>
          </p:nvPr>
        </p:nvSpPr>
        <p:spPr>
          <a:xfrm>
            <a:off x="639762" y="1352550"/>
            <a:ext cx="5367528" cy="457200"/>
          </a:xfrm>
          <a:solidFill>
            <a:schemeClr val="accent1"/>
          </a:solidFill>
          <a:ln>
            <a:noFill/>
          </a:ln>
        </p:spPr>
        <p:txBody>
          <a:bodyPr lIns="137160" tIns="137160" rIns="137160" bIns="137160" anchor="ctr">
            <a:noAutofit/>
          </a:bodyPr>
          <a:lstStyle>
            <a:lvl1pPr marL="0" indent="0" algn="ctr">
              <a:buFontTx/>
              <a:buNone/>
              <a:defRPr sz="1800">
                <a:solidFill>
                  <a:schemeClr val="bg1"/>
                </a:solidFill>
                <a:latin typeface="+mn-lt"/>
              </a:defRPr>
            </a:lvl1pPr>
          </a:lstStyle>
          <a:p>
            <a:pPr lvl="0"/>
            <a:r>
              <a:rPr lang="en-US" dirty="0"/>
              <a:t>Click to edit text styles</a:t>
            </a:r>
          </a:p>
        </p:txBody>
      </p:sp>
      <p:sp>
        <p:nvSpPr>
          <p:cNvPr id="4" name="Content Placeholder 2">
            <a:extLst>
              <a:ext uri="{FF2B5EF4-FFF2-40B4-BE49-F238E27FC236}">
                <a16:creationId xmlns:a16="http://schemas.microsoft.com/office/drawing/2014/main" id="{4DF7A658-66DC-B049-F531-80D4915734F9}"/>
              </a:ext>
            </a:extLst>
          </p:cNvPr>
          <p:cNvSpPr>
            <a:spLocks noGrp="1"/>
          </p:cNvSpPr>
          <p:nvPr>
            <p:ph sz="half" idx="1" hasCustomPrompt="1"/>
          </p:nvPr>
        </p:nvSpPr>
        <p:spPr>
          <a:xfrm>
            <a:off x="639762" y="1809751"/>
            <a:ext cx="5367528" cy="1881822"/>
          </a:xfrm>
          <a:solidFill>
            <a:schemeClr val="bg1"/>
          </a:solidFill>
          <a:ln>
            <a:noFill/>
          </a:ln>
        </p:spPr>
        <p:txBody>
          <a:bodyPr lIns="137160" tIns="137160" rIns="137160" bIns="137160">
            <a:normAutofit/>
          </a:bodyPr>
          <a:lstStyle>
            <a:lvl1pPr marL="169863" indent="-169863">
              <a:spcAft>
                <a:spcPts val="600"/>
              </a:spcAft>
              <a:defRPr sz="1400"/>
            </a:lvl1pPr>
            <a:lvl2pPr marL="341313" indent="-169863">
              <a:spcAft>
                <a:spcPts val="600"/>
              </a:spcAft>
              <a:defRPr sz="1400"/>
            </a:lvl2pPr>
            <a:lvl3pPr marL="511175" indent="-169863">
              <a:spcAft>
                <a:spcPts val="600"/>
              </a:spcAft>
              <a:defRPr sz="1400"/>
            </a:lvl3pPr>
            <a:lvl4pPr marL="688975" indent="-173038">
              <a:spcAft>
                <a:spcPts val="600"/>
              </a:spcAft>
              <a:defRPr sz="1400"/>
            </a:lvl4pPr>
            <a:lvl5pPr marL="860425" indent="-173038">
              <a:spcAft>
                <a:spcPts val="600"/>
              </a:spcAft>
              <a:defRPr sz="14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a:extLst>
              <a:ext uri="{FF2B5EF4-FFF2-40B4-BE49-F238E27FC236}">
                <a16:creationId xmlns:a16="http://schemas.microsoft.com/office/drawing/2014/main" id="{03C0FC96-C70F-998A-9A23-3EFB1C5B422E}"/>
              </a:ext>
            </a:extLst>
          </p:cNvPr>
          <p:cNvSpPr>
            <a:spLocks noGrp="1"/>
          </p:cNvSpPr>
          <p:nvPr>
            <p:ph type="body" sz="quarter" idx="12" hasCustomPrompt="1"/>
          </p:nvPr>
        </p:nvSpPr>
        <p:spPr>
          <a:xfrm>
            <a:off x="6184074" y="1352550"/>
            <a:ext cx="5367528" cy="457200"/>
          </a:xfrm>
          <a:solidFill>
            <a:schemeClr val="accent1"/>
          </a:solidFill>
          <a:ln>
            <a:noFill/>
          </a:ln>
        </p:spPr>
        <p:txBody>
          <a:bodyPr lIns="137160" tIns="137160" rIns="137160" bIns="137160" anchor="ctr">
            <a:noAutofit/>
          </a:bodyPr>
          <a:lstStyle>
            <a:lvl1pPr marL="0" indent="0" algn="ctr">
              <a:buFontTx/>
              <a:buNone/>
              <a:defRPr sz="1800">
                <a:solidFill>
                  <a:schemeClr val="bg1"/>
                </a:solidFill>
                <a:latin typeface="+mn-lt"/>
              </a:defRPr>
            </a:lvl1pPr>
          </a:lstStyle>
          <a:p>
            <a:pPr lvl="0"/>
            <a:r>
              <a:rPr lang="en-US" dirty="0"/>
              <a:t>Click to edit text styles</a:t>
            </a:r>
          </a:p>
        </p:txBody>
      </p:sp>
      <p:sp>
        <p:nvSpPr>
          <p:cNvPr id="7" name="Content Placeholder 2">
            <a:extLst>
              <a:ext uri="{FF2B5EF4-FFF2-40B4-BE49-F238E27FC236}">
                <a16:creationId xmlns:a16="http://schemas.microsoft.com/office/drawing/2014/main" id="{D2D03784-EE29-2040-37CA-E24316759542}"/>
              </a:ext>
            </a:extLst>
          </p:cNvPr>
          <p:cNvSpPr>
            <a:spLocks noGrp="1"/>
          </p:cNvSpPr>
          <p:nvPr>
            <p:ph sz="half" idx="11" hasCustomPrompt="1"/>
          </p:nvPr>
        </p:nvSpPr>
        <p:spPr>
          <a:xfrm>
            <a:off x="6184074" y="1809751"/>
            <a:ext cx="5367528" cy="1881822"/>
          </a:xfrm>
          <a:solidFill>
            <a:schemeClr val="bg1"/>
          </a:solidFill>
          <a:ln>
            <a:noFill/>
          </a:ln>
        </p:spPr>
        <p:txBody>
          <a:bodyPr lIns="137160" tIns="137160" rIns="137160" bIns="137160">
            <a:normAutofit/>
          </a:bodyPr>
          <a:lstStyle>
            <a:lvl1pPr marL="169863" indent="-169863">
              <a:spcAft>
                <a:spcPts val="600"/>
              </a:spcAft>
              <a:defRPr sz="1400"/>
            </a:lvl1pPr>
            <a:lvl2pPr marL="341313" indent="-169863">
              <a:spcAft>
                <a:spcPts val="600"/>
              </a:spcAft>
              <a:defRPr sz="1400"/>
            </a:lvl2pPr>
            <a:lvl3pPr marL="511175" indent="-169863">
              <a:spcAft>
                <a:spcPts val="600"/>
              </a:spcAft>
              <a:defRPr sz="1400"/>
            </a:lvl3pPr>
            <a:lvl4pPr marL="688975" indent="-173038">
              <a:spcAft>
                <a:spcPts val="600"/>
              </a:spcAft>
              <a:defRPr sz="1400"/>
            </a:lvl4pPr>
            <a:lvl5pPr marL="860425" indent="-173038">
              <a:spcAft>
                <a:spcPts val="600"/>
              </a:spcAft>
              <a:defRPr sz="14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7">
            <a:extLst>
              <a:ext uri="{FF2B5EF4-FFF2-40B4-BE49-F238E27FC236}">
                <a16:creationId xmlns:a16="http://schemas.microsoft.com/office/drawing/2014/main" id="{8FAA5EC1-E581-7F86-69FD-456AAC31E8D5}"/>
              </a:ext>
            </a:extLst>
          </p:cNvPr>
          <p:cNvSpPr>
            <a:spLocks noGrp="1"/>
          </p:cNvSpPr>
          <p:nvPr>
            <p:ph type="body" sz="quarter" idx="14" hasCustomPrompt="1"/>
          </p:nvPr>
        </p:nvSpPr>
        <p:spPr>
          <a:xfrm>
            <a:off x="639762" y="3877627"/>
            <a:ext cx="5367528" cy="457200"/>
          </a:xfrm>
          <a:solidFill>
            <a:schemeClr val="accent1"/>
          </a:solidFill>
          <a:ln>
            <a:noFill/>
          </a:ln>
        </p:spPr>
        <p:txBody>
          <a:bodyPr lIns="137160" tIns="137160" rIns="137160" bIns="137160" anchor="ctr">
            <a:noAutofit/>
          </a:bodyPr>
          <a:lstStyle>
            <a:lvl1pPr marL="0" indent="0" algn="ctr">
              <a:buFontTx/>
              <a:buNone/>
              <a:defRPr sz="1800">
                <a:solidFill>
                  <a:schemeClr val="bg1"/>
                </a:solidFill>
                <a:latin typeface="+mn-lt"/>
              </a:defRPr>
            </a:lvl1pPr>
          </a:lstStyle>
          <a:p>
            <a:pPr lvl="0"/>
            <a:r>
              <a:rPr lang="en-US" dirty="0"/>
              <a:t>Click to edit text styles</a:t>
            </a:r>
          </a:p>
        </p:txBody>
      </p:sp>
      <p:sp>
        <p:nvSpPr>
          <p:cNvPr id="10" name="Content Placeholder 2">
            <a:extLst>
              <a:ext uri="{FF2B5EF4-FFF2-40B4-BE49-F238E27FC236}">
                <a16:creationId xmlns:a16="http://schemas.microsoft.com/office/drawing/2014/main" id="{59BAE097-DB91-0EF3-B142-A7B9DBC1171D}"/>
              </a:ext>
            </a:extLst>
          </p:cNvPr>
          <p:cNvSpPr>
            <a:spLocks noGrp="1"/>
          </p:cNvSpPr>
          <p:nvPr>
            <p:ph sz="half" idx="13" hasCustomPrompt="1"/>
          </p:nvPr>
        </p:nvSpPr>
        <p:spPr>
          <a:xfrm>
            <a:off x="639762" y="4334828"/>
            <a:ext cx="5367528" cy="1881822"/>
          </a:xfrm>
          <a:solidFill>
            <a:schemeClr val="bg1"/>
          </a:solidFill>
          <a:ln>
            <a:noFill/>
          </a:ln>
        </p:spPr>
        <p:txBody>
          <a:bodyPr lIns="137160" tIns="137160" rIns="137160" bIns="137160">
            <a:normAutofit/>
          </a:bodyPr>
          <a:lstStyle>
            <a:lvl1pPr marL="169863" indent="-169863">
              <a:spcAft>
                <a:spcPts val="600"/>
              </a:spcAft>
              <a:defRPr sz="1400"/>
            </a:lvl1pPr>
            <a:lvl2pPr marL="341313" indent="-169863">
              <a:spcAft>
                <a:spcPts val="600"/>
              </a:spcAft>
              <a:defRPr sz="1400"/>
            </a:lvl2pPr>
            <a:lvl3pPr marL="511175" indent="-169863">
              <a:spcAft>
                <a:spcPts val="600"/>
              </a:spcAft>
              <a:defRPr sz="1400"/>
            </a:lvl3pPr>
            <a:lvl4pPr marL="688975" indent="-173038">
              <a:spcAft>
                <a:spcPts val="600"/>
              </a:spcAft>
              <a:defRPr sz="1400"/>
            </a:lvl4pPr>
            <a:lvl5pPr marL="860425" indent="-173038">
              <a:spcAft>
                <a:spcPts val="600"/>
              </a:spcAft>
              <a:defRPr sz="14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7">
            <a:extLst>
              <a:ext uri="{FF2B5EF4-FFF2-40B4-BE49-F238E27FC236}">
                <a16:creationId xmlns:a16="http://schemas.microsoft.com/office/drawing/2014/main" id="{E95ECE6F-897C-C9A8-BE7B-4BA634EE6D74}"/>
              </a:ext>
            </a:extLst>
          </p:cNvPr>
          <p:cNvSpPr>
            <a:spLocks noGrp="1"/>
          </p:cNvSpPr>
          <p:nvPr>
            <p:ph type="body" sz="quarter" idx="16" hasCustomPrompt="1"/>
          </p:nvPr>
        </p:nvSpPr>
        <p:spPr>
          <a:xfrm>
            <a:off x="6184074" y="3877627"/>
            <a:ext cx="5367528" cy="457200"/>
          </a:xfrm>
          <a:solidFill>
            <a:schemeClr val="accent1"/>
          </a:solidFill>
          <a:ln>
            <a:noFill/>
          </a:ln>
        </p:spPr>
        <p:txBody>
          <a:bodyPr lIns="137160" tIns="137160" rIns="137160" bIns="137160" anchor="ctr">
            <a:noAutofit/>
          </a:bodyPr>
          <a:lstStyle>
            <a:lvl1pPr marL="0" indent="0" algn="ctr">
              <a:buFontTx/>
              <a:buNone/>
              <a:defRPr sz="1800">
                <a:solidFill>
                  <a:schemeClr val="bg1"/>
                </a:solidFill>
                <a:latin typeface="+mn-lt"/>
              </a:defRPr>
            </a:lvl1pPr>
          </a:lstStyle>
          <a:p>
            <a:pPr lvl="0"/>
            <a:r>
              <a:rPr lang="en-US" dirty="0"/>
              <a:t>Click to edit text styles</a:t>
            </a:r>
          </a:p>
        </p:txBody>
      </p:sp>
      <p:sp>
        <p:nvSpPr>
          <p:cNvPr id="17" name="Content Placeholder 2">
            <a:extLst>
              <a:ext uri="{FF2B5EF4-FFF2-40B4-BE49-F238E27FC236}">
                <a16:creationId xmlns:a16="http://schemas.microsoft.com/office/drawing/2014/main" id="{F3DD6434-B377-6CD5-E09D-4A7DE6664705}"/>
              </a:ext>
            </a:extLst>
          </p:cNvPr>
          <p:cNvSpPr>
            <a:spLocks noGrp="1"/>
          </p:cNvSpPr>
          <p:nvPr>
            <p:ph sz="half" idx="15" hasCustomPrompt="1"/>
          </p:nvPr>
        </p:nvSpPr>
        <p:spPr>
          <a:xfrm>
            <a:off x="6184074" y="4334828"/>
            <a:ext cx="5367528" cy="1881822"/>
          </a:xfrm>
          <a:solidFill>
            <a:schemeClr val="bg1"/>
          </a:solidFill>
          <a:ln>
            <a:noFill/>
          </a:ln>
        </p:spPr>
        <p:txBody>
          <a:bodyPr lIns="137160" tIns="137160" rIns="137160" bIns="137160">
            <a:normAutofit/>
          </a:bodyPr>
          <a:lstStyle>
            <a:lvl1pPr marL="169863" indent="-169863">
              <a:spcAft>
                <a:spcPts val="600"/>
              </a:spcAft>
              <a:defRPr sz="1400"/>
            </a:lvl1pPr>
            <a:lvl2pPr marL="341313" indent="-169863">
              <a:spcAft>
                <a:spcPts val="600"/>
              </a:spcAft>
              <a:defRPr sz="1400"/>
            </a:lvl2pPr>
            <a:lvl3pPr marL="511175" indent="-169863">
              <a:spcAft>
                <a:spcPts val="600"/>
              </a:spcAft>
              <a:defRPr sz="1400"/>
            </a:lvl3pPr>
            <a:lvl4pPr marL="688975" indent="-173038">
              <a:spcAft>
                <a:spcPts val="600"/>
              </a:spcAft>
              <a:defRPr sz="1400"/>
            </a:lvl4pPr>
            <a:lvl5pPr marL="860425" indent="-173038">
              <a:spcAft>
                <a:spcPts val="600"/>
              </a:spcAft>
              <a:defRPr sz="1400"/>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48563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Takeaway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3C991-9E2F-104F-8898-D7E73809249E}"/>
              </a:ext>
            </a:extLst>
          </p:cNvPr>
          <p:cNvSpPr>
            <a:spLocks noGrp="1"/>
          </p:cNvSpPr>
          <p:nvPr>
            <p:ph type="title" hasCustomPrompt="1"/>
          </p:nvPr>
        </p:nvSpPr>
        <p:spPr>
          <a:xfrm>
            <a:off x="1044713" y="2051164"/>
            <a:ext cx="2527976" cy="2753150"/>
          </a:xfrm>
          <a:noFill/>
        </p:spPr>
        <p:txBody>
          <a:bodyPr lIns="0" tIns="0" rIns="0" bIns="0" anchor="ctr" anchorCtr="0"/>
          <a:lstStyle>
            <a:lvl1pPr algn="ctr">
              <a:defRPr sz="2800">
                <a:solidFill>
                  <a:schemeClr val="tx1"/>
                </a:solidFill>
              </a:defRPr>
            </a:lvl1pPr>
          </a:lstStyle>
          <a:p>
            <a:r>
              <a:rPr lang="en-US" dirty="0"/>
              <a:t>Click to edit title style</a:t>
            </a:r>
          </a:p>
        </p:txBody>
      </p:sp>
      <p:sp>
        <p:nvSpPr>
          <p:cNvPr id="31" name="Text Placeholder 17">
            <a:extLst>
              <a:ext uri="{FF2B5EF4-FFF2-40B4-BE49-F238E27FC236}">
                <a16:creationId xmlns:a16="http://schemas.microsoft.com/office/drawing/2014/main" id="{401DDE6C-6DCB-CBEA-3A26-1559A235D622}"/>
              </a:ext>
            </a:extLst>
          </p:cNvPr>
          <p:cNvSpPr>
            <a:spLocks noGrp="1"/>
          </p:cNvSpPr>
          <p:nvPr>
            <p:ph type="body" sz="quarter" idx="12" hasCustomPrompt="1"/>
          </p:nvPr>
        </p:nvSpPr>
        <p:spPr>
          <a:xfrm>
            <a:off x="4343398" y="1648828"/>
            <a:ext cx="1594925" cy="1591056"/>
          </a:xfrm>
          <a:solidFill>
            <a:schemeClr val="accent1"/>
          </a:solidFill>
        </p:spPr>
        <p:txBody>
          <a:bodyPr wrap="none" anchor="ctr">
            <a:noAutofit/>
          </a:bodyPr>
          <a:lstStyle>
            <a:lvl1pPr marL="0" indent="0" algn="ctr">
              <a:buFontTx/>
              <a:buNone/>
              <a:defRPr sz="4800" b="0">
                <a:solidFill>
                  <a:schemeClr val="bg1"/>
                </a:solidFill>
                <a:latin typeface="+mj-lt"/>
              </a:defRPr>
            </a:lvl1pPr>
          </a:lstStyle>
          <a:p>
            <a:pPr lvl="0"/>
            <a:r>
              <a:rPr lang="en-US" dirty="0"/>
              <a:t>1</a:t>
            </a:r>
          </a:p>
        </p:txBody>
      </p:sp>
      <p:sp>
        <p:nvSpPr>
          <p:cNvPr id="32" name="Content Placeholder 2">
            <a:extLst>
              <a:ext uri="{FF2B5EF4-FFF2-40B4-BE49-F238E27FC236}">
                <a16:creationId xmlns:a16="http://schemas.microsoft.com/office/drawing/2014/main" id="{70A7ED0F-B4AC-59A9-FD1B-7AD969C28EED}"/>
              </a:ext>
            </a:extLst>
          </p:cNvPr>
          <p:cNvSpPr>
            <a:spLocks noGrp="1"/>
          </p:cNvSpPr>
          <p:nvPr>
            <p:ph idx="1" hasCustomPrompt="1"/>
          </p:nvPr>
        </p:nvSpPr>
        <p:spPr>
          <a:xfrm>
            <a:off x="5938322" y="1648828"/>
            <a:ext cx="5613915" cy="1591056"/>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17">
            <a:extLst>
              <a:ext uri="{FF2B5EF4-FFF2-40B4-BE49-F238E27FC236}">
                <a16:creationId xmlns:a16="http://schemas.microsoft.com/office/drawing/2014/main" id="{5A8F2CDB-E1B1-B57E-B5BF-DF4AD07E7F21}"/>
              </a:ext>
            </a:extLst>
          </p:cNvPr>
          <p:cNvSpPr>
            <a:spLocks noGrp="1"/>
          </p:cNvSpPr>
          <p:nvPr>
            <p:ph type="body" sz="quarter" idx="13" hasCustomPrompt="1"/>
          </p:nvPr>
        </p:nvSpPr>
        <p:spPr>
          <a:xfrm>
            <a:off x="4343398" y="3615596"/>
            <a:ext cx="1594925" cy="1591056"/>
          </a:xfrm>
          <a:solidFill>
            <a:schemeClr val="accent1"/>
          </a:solidFill>
        </p:spPr>
        <p:txBody>
          <a:bodyPr wrap="none" anchor="ctr">
            <a:noAutofit/>
          </a:bodyPr>
          <a:lstStyle>
            <a:lvl1pPr marL="0" indent="0" algn="ctr">
              <a:buFontTx/>
              <a:buNone/>
              <a:defRPr sz="4800" b="0">
                <a:solidFill>
                  <a:schemeClr val="bg1"/>
                </a:solidFill>
                <a:latin typeface="+mj-lt"/>
              </a:defRPr>
            </a:lvl1pPr>
          </a:lstStyle>
          <a:p>
            <a:pPr lvl="0"/>
            <a:r>
              <a:rPr lang="en-US" dirty="0"/>
              <a:t>2</a:t>
            </a:r>
          </a:p>
        </p:txBody>
      </p:sp>
      <p:sp>
        <p:nvSpPr>
          <p:cNvPr id="8" name="Content Placeholder 2">
            <a:extLst>
              <a:ext uri="{FF2B5EF4-FFF2-40B4-BE49-F238E27FC236}">
                <a16:creationId xmlns:a16="http://schemas.microsoft.com/office/drawing/2014/main" id="{2054D76D-FB29-6987-DD5B-1A13AB4FCE13}"/>
              </a:ext>
            </a:extLst>
          </p:cNvPr>
          <p:cNvSpPr>
            <a:spLocks noGrp="1"/>
          </p:cNvSpPr>
          <p:nvPr>
            <p:ph idx="14" hasCustomPrompt="1"/>
          </p:nvPr>
        </p:nvSpPr>
        <p:spPr>
          <a:xfrm>
            <a:off x="5938322" y="3615596"/>
            <a:ext cx="5613915" cy="1591056"/>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DB20615E-14EE-FC1C-9BBF-857637564208}"/>
              </a:ext>
            </a:extLst>
          </p:cNvPr>
          <p:cNvSpPr/>
          <p:nvPr userDrawn="1"/>
        </p:nvSpPr>
        <p:spPr>
          <a:xfrm>
            <a:off x="0" y="1648828"/>
            <a:ext cx="170125" cy="170125"/>
          </a:xfrm>
          <a:prstGeom prst="rect">
            <a:avLst/>
          </a:prstGeom>
          <a:solidFill>
            <a:srgbClr val="00A3F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8C041DA2-59D2-63CE-EC7F-5543C59486F8}"/>
              </a:ext>
            </a:extLst>
          </p:cNvPr>
          <p:cNvSpPr/>
          <p:nvPr userDrawn="1"/>
        </p:nvSpPr>
        <p:spPr>
          <a:xfrm>
            <a:off x="172113" y="1178565"/>
            <a:ext cx="470263" cy="470263"/>
          </a:xfrm>
          <a:prstGeom prst="rect">
            <a:avLst/>
          </a:prstGeom>
          <a:solidFill>
            <a:srgbClr val="004A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12" name="Freeform: Shape 11">
            <a:extLst>
              <a:ext uri="{FF2B5EF4-FFF2-40B4-BE49-F238E27FC236}">
                <a16:creationId xmlns:a16="http://schemas.microsoft.com/office/drawing/2014/main" id="{FB1D1B98-4A48-0573-477C-8FCC84C6901B}"/>
              </a:ext>
            </a:extLst>
          </p:cNvPr>
          <p:cNvSpPr/>
          <p:nvPr userDrawn="1"/>
        </p:nvSpPr>
        <p:spPr>
          <a:xfrm>
            <a:off x="642377" y="1648828"/>
            <a:ext cx="3332650" cy="3557824"/>
          </a:xfrm>
          <a:custGeom>
            <a:avLst/>
            <a:gdLst>
              <a:gd name="connsiteX0" fmla="*/ 34261 w 3332650"/>
              <a:gd name="connsiteY0" fmla="*/ 36576 h 3557824"/>
              <a:gd name="connsiteX1" fmla="*/ 34261 w 3332650"/>
              <a:gd name="connsiteY1" fmla="*/ 3521248 h 3557824"/>
              <a:gd name="connsiteX2" fmla="*/ 3298389 w 3332650"/>
              <a:gd name="connsiteY2" fmla="*/ 3521248 h 3557824"/>
              <a:gd name="connsiteX3" fmla="*/ 3298389 w 3332650"/>
              <a:gd name="connsiteY3" fmla="*/ 36576 h 3557824"/>
              <a:gd name="connsiteX4" fmla="*/ 0 w 3332650"/>
              <a:gd name="connsiteY4" fmla="*/ 0 h 3557824"/>
              <a:gd name="connsiteX5" fmla="*/ 3332650 w 3332650"/>
              <a:gd name="connsiteY5" fmla="*/ 0 h 3557824"/>
              <a:gd name="connsiteX6" fmla="*/ 3332650 w 3332650"/>
              <a:gd name="connsiteY6" fmla="*/ 3557824 h 3557824"/>
              <a:gd name="connsiteX7" fmla="*/ 0 w 3332650"/>
              <a:gd name="connsiteY7" fmla="*/ 3557824 h 355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2650" h="3557824">
                <a:moveTo>
                  <a:pt x="34261" y="36576"/>
                </a:moveTo>
                <a:lnTo>
                  <a:pt x="34261" y="3521248"/>
                </a:lnTo>
                <a:lnTo>
                  <a:pt x="3298389" y="3521248"/>
                </a:lnTo>
                <a:lnTo>
                  <a:pt x="3298389" y="36576"/>
                </a:lnTo>
                <a:close/>
                <a:moveTo>
                  <a:pt x="0" y="0"/>
                </a:moveTo>
                <a:lnTo>
                  <a:pt x="3332650" y="0"/>
                </a:lnTo>
                <a:lnTo>
                  <a:pt x="3332650" y="3557824"/>
                </a:lnTo>
                <a:lnTo>
                  <a:pt x="0" y="355782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Tree>
    <p:extLst>
      <p:ext uri="{BB962C8B-B14F-4D97-AF65-F5344CB8AC3E}">
        <p14:creationId xmlns:p14="http://schemas.microsoft.com/office/powerpoint/2010/main" val="27046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Takeaways">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1F33502-FF3E-5973-3DA5-5995A853054B}"/>
              </a:ext>
            </a:extLst>
          </p:cNvPr>
          <p:cNvSpPr>
            <a:spLocks noGrp="1"/>
          </p:cNvSpPr>
          <p:nvPr>
            <p:ph type="title" hasCustomPrompt="1"/>
          </p:nvPr>
        </p:nvSpPr>
        <p:spPr>
          <a:xfrm>
            <a:off x="1044713" y="1042416"/>
            <a:ext cx="2527976" cy="4773170"/>
          </a:xfrm>
          <a:noFill/>
        </p:spPr>
        <p:txBody>
          <a:bodyPr lIns="0" tIns="0" rIns="0" bIns="0" anchor="ctr" anchorCtr="0"/>
          <a:lstStyle>
            <a:lvl1pPr algn="ctr">
              <a:defRPr sz="2800">
                <a:solidFill>
                  <a:schemeClr val="tx1"/>
                </a:solidFill>
              </a:defRPr>
            </a:lvl1pPr>
          </a:lstStyle>
          <a:p>
            <a:r>
              <a:rPr lang="en-US" dirty="0"/>
              <a:t>Click to edit title style</a:t>
            </a:r>
          </a:p>
        </p:txBody>
      </p:sp>
      <p:sp>
        <p:nvSpPr>
          <p:cNvPr id="31" name="Text Placeholder 17">
            <a:extLst>
              <a:ext uri="{FF2B5EF4-FFF2-40B4-BE49-F238E27FC236}">
                <a16:creationId xmlns:a16="http://schemas.microsoft.com/office/drawing/2014/main" id="{401DDE6C-6DCB-CBEA-3A26-1559A235D622}"/>
              </a:ext>
            </a:extLst>
          </p:cNvPr>
          <p:cNvSpPr>
            <a:spLocks noGrp="1"/>
          </p:cNvSpPr>
          <p:nvPr>
            <p:ph type="body" sz="quarter" idx="12" hasCustomPrompt="1"/>
          </p:nvPr>
        </p:nvSpPr>
        <p:spPr>
          <a:xfrm>
            <a:off x="4343398" y="641031"/>
            <a:ext cx="1619348" cy="1614066"/>
          </a:xfrm>
          <a:solidFill>
            <a:schemeClr val="accent2"/>
          </a:solidFill>
        </p:spPr>
        <p:txBody>
          <a:bodyPr wrap="none" anchor="ctr">
            <a:noAutofit/>
          </a:bodyPr>
          <a:lstStyle>
            <a:lvl1pPr marL="0" indent="0" algn="ctr">
              <a:buFontTx/>
              <a:buNone/>
              <a:defRPr sz="4800" b="0">
                <a:latin typeface="+mj-lt"/>
              </a:defRPr>
            </a:lvl1pPr>
          </a:lstStyle>
          <a:p>
            <a:pPr lvl="0"/>
            <a:r>
              <a:rPr lang="en-US" dirty="0"/>
              <a:t>1</a:t>
            </a:r>
          </a:p>
        </p:txBody>
      </p:sp>
      <p:sp>
        <p:nvSpPr>
          <p:cNvPr id="32" name="Content Placeholder 2">
            <a:extLst>
              <a:ext uri="{FF2B5EF4-FFF2-40B4-BE49-F238E27FC236}">
                <a16:creationId xmlns:a16="http://schemas.microsoft.com/office/drawing/2014/main" id="{70A7ED0F-B4AC-59A9-FD1B-7AD969C28EED}"/>
              </a:ext>
            </a:extLst>
          </p:cNvPr>
          <p:cNvSpPr>
            <a:spLocks noGrp="1"/>
          </p:cNvSpPr>
          <p:nvPr>
            <p:ph idx="1" hasCustomPrompt="1"/>
          </p:nvPr>
        </p:nvSpPr>
        <p:spPr>
          <a:xfrm>
            <a:off x="5962746" y="641031"/>
            <a:ext cx="5586876" cy="1614066"/>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7">
            <a:extLst>
              <a:ext uri="{FF2B5EF4-FFF2-40B4-BE49-F238E27FC236}">
                <a16:creationId xmlns:a16="http://schemas.microsoft.com/office/drawing/2014/main" id="{A30BF0C4-DF3D-5C44-48D9-DF7D30C754AD}"/>
              </a:ext>
            </a:extLst>
          </p:cNvPr>
          <p:cNvSpPr>
            <a:spLocks noGrp="1"/>
          </p:cNvSpPr>
          <p:nvPr>
            <p:ph type="body" sz="quarter" idx="13" hasCustomPrompt="1"/>
          </p:nvPr>
        </p:nvSpPr>
        <p:spPr>
          <a:xfrm>
            <a:off x="4343398" y="2621967"/>
            <a:ext cx="1619348" cy="1614066"/>
          </a:xfrm>
          <a:solidFill>
            <a:schemeClr val="accent2"/>
          </a:solidFill>
        </p:spPr>
        <p:txBody>
          <a:bodyPr wrap="none" anchor="ctr">
            <a:noAutofit/>
          </a:bodyPr>
          <a:lstStyle>
            <a:lvl1pPr marL="0" indent="0" algn="ctr">
              <a:buFontTx/>
              <a:buNone/>
              <a:defRPr sz="4800" b="0">
                <a:latin typeface="+mj-lt"/>
              </a:defRPr>
            </a:lvl1pPr>
          </a:lstStyle>
          <a:p>
            <a:pPr lvl="0"/>
            <a:r>
              <a:rPr lang="en-US" dirty="0"/>
              <a:t>2</a:t>
            </a:r>
          </a:p>
        </p:txBody>
      </p:sp>
      <p:sp>
        <p:nvSpPr>
          <p:cNvPr id="20" name="Content Placeholder 2">
            <a:extLst>
              <a:ext uri="{FF2B5EF4-FFF2-40B4-BE49-F238E27FC236}">
                <a16:creationId xmlns:a16="http://schemas.microsoft.com/office/drawing/2014/main" id="{0154E0CC-D588-2E96-E46C-6D3E52BAF92F}"/>
              </a:ext>
            </a:extLst>
          </p:cNvPr>
          <p:cNvSpPr>
            <a:spLocks noGrp="1"/>
          </p:cNvSpPr>
          <p:nvPr>
            <p:ph idx="14" hasCustomPrompt="1"/>
          </p:nvPr>
        </p:nvSpPr>
        <p:spPr>
          <a:xfrm>
            <a:off x="5962746" y="2621967"/>
            <a:ext cx="5586876" cy="1614066"/>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7">
            <a:extLst>
              <a:ext uri="{FF2B5EF4-FFF2-40B4-BE49-F238E27FC236}">
                <a16:creationId xmlns:a16="http://schemas.microsoft.com/office/drawing/2014/main" id="{CD7BB096-5901-7E51-B875-EACF33508152}"/>
              </a:ext>
            </a:extLst>
          </p:cNvPr>
          <p:cNvSpPr>
            <a:spLocks noGrp="1"/>
          </p:cNvSpPr>
          <p:nvPr>
            <p:ph type="body" sz="quarter" idx="15" hasCustomPrompt="1"/>
          </p:nvPr>
        </p:nvSpPr>
        <p:spPr>
          <a:xfrm>
            <a:off x="4343398" y="4601475"/>
            <a:ext cx="1619348" cy="1614066"/>
          </a:xfrm>
          <a:solidFill>
            <a:schemeClr val="accent2"/>
          </a:solidFill>
        </p:spPr>
        <p:txBody>
          <a:bodyPr wrap="none" anchor="ctr">
            <a:noAutofit/>
          </a:bodyPr>
          <a:lstStyle>
            <a:lvl1pPr marL="0" indent="0" algn="ctr">
              <a:buFontTx/>
              <a:buNone/>
              <a:defRPr sz="4800" b="0">
                <a:latin typeface="+mj-lt"/>
              </a:defRPr>
            </a:lvl1pPr>
          </a:lstStyle>
          <a:p>
            <a:pPr lvl="0"/>
            <a:r>
              <a:rPr lang="en-US" dirty="0"/>
              <a:t>3</a:t>
            </a:r>
          </a:p>
        </p:txBody>
      </p:sp>
      <p:sp>
        <p:nvSpPr>
          <p:cNvPr id="22" name="Content Placeholder 2">
            <a:extLst>
              <a:ext uri="{FF2B5EF4-FFF2-40B4-BE49-F238E27FC236}">
                <a16:creationId xmlns:a16="http://schemas.microsoft.com/office/drawing/2014/main" id="{CCD5DBF6-B7D4-ABF3-6073-A8AD1A08FB7A}"/>
              </a:ext>
            </a:extLst>
          </p:cNvPr>
          <p:cNvSpPr>
            <a:spLocks noGrp="1"/>
          </p:cNvSpPr>
          <p:nvPr>
            <p:ph idx="16" hasCustomPrompt="1"/>
          </p:nvPr>
        </p:nvSpPr>
        <p:spPr>
          <a:xfrm>
            <a:off x="5962746" y="4601475"/>
            <a:ext cx="5586876" cy="1614066"/>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Box 11">
            <a:extLst>
              <a:ext uri="{FF2B5EF4-FFF2-40B4-BE49-F238E27FC236}">
                <a16:creationId xmlns:a16="http://schemas.microsoft.com/office/drawing/2014/main" id="{6F219CFF-697A-9290-2215-D4718F081482}"/>
              </a:ext>
            </a:extLst>
          </p:cNvPr>
          <p:cNvSpPr txBox="1">
            <a:spLocks/>
          </p:cNvSpPr>
          <p:nvPr userDrawn="1"/>
        </p:nvSpPr>
        <p:spPr>
          <a:xfrm>
            <a:off x="642377" y="640080"/>
            <a:ext cx="3335262" cy="5577842"/>
          </a:xfrm>
          <a:custGeom>
            <a:avLst/>
            <a:gdLst>
              <a:gd name="connsiteX0" fmla="*/ 36576 w 3335262"/>
              <a:gd name="connsiteY0" fmla="*/ 36576 h 5577842"/>
              <a:gd name="connsiteX1" fmla="*/ 36576 w 3335262"/>
              <a:gd name="connsiteY1" fmla="*/ 5541266 h 5577842"/>
              <a:gd name="connsiteX2" fmla="*/ 3298686 w 3335262"/>
              <a:gd name="connsiteY2" fmla="*/ 5541266 h 5577842"/>
              <a:gd name="connsiteX3" fmla="*/ 3298686 w 3335262"/>
              <a:gd name="connsiteY3" fmla="*/ 36576 h 5577842"/>
              <a:gd name="connsiteX4" fmla="*/ 0 w 3335262"/>
              <a:gd name="connsiteY4" fmla="*/ 0 h 5577842"/>
              <a:gd name="connsiteX5" fmla="*/ 3335262 w 3335262"/>
              <a:gd name="connsiteY5" fmla="*/ 0 h 5577842"/>
              <a:gd name="connsiteX6" fmla="*/ 3335262 w 3335262"/>
              <a:gd name="connsiteY6" fmla="*/ 5577842 h 5577842"/>
              <a:gd name="connsiteX7" fmla="*/ 0 w 3335262"/>
              <a:gd name="connsiteY7" fmla="*/ 5577842 h 55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5262" h="5577842">
                <a:moveTo>
                  <a:pt x="36576" y="36576"/>
                </a:moveTo>
                <a:lnTo>
                  <a:pt x="36576" y="5541266"/>
                </a:lnTo>
                <a:lnTo>
                  <a:pt x="3298686" y="5541266"/>
                </a:lnTo>
                <a:lnTo>
                  <a:pt x="3298686" y="36576"/>
                </a:lnTo>
                <a:close/>
                <a:moveTo>
                  <a:pt x="0" y="0"/>
                </a:moveTo>
                <a:lnTo>
                  <a:pt x="3335262" y="0"/>
                </a:lnTo>
                <a:lnTo>
                  <a:pt x="3335262" y="5577842"/>
                </a:lnTo>
                <a:lnTo>
                  <a:pt x="0" y="5577842"/>
                </a:lnTo>
                <a:close/>
              </a:path>
            </a:pathLst>
          </a:custGeom>
          <a:solidFill>
            <a:schemeClr val="accent2"/>
          </a:solidFill>
        </p:spPr>
        <p:txBody>
          <a:bodyPr vert="horz" wrap="square" lIns="365760" tIns="685800" rIns="365760" bIns="685800" rtlCol="0" anchor="ctr" anchorCtr="0">
            <a:noAutofit/>
          </a:bodyPr>
          <a:lstStyle>
            <a:lvl1pPr algn="ctr" defTabSz="914400" rtl="0" eaLnBrk="1" latinLnBrk="0" hangingPunct="1">
              <a:lnSpc>
                <a:spcPct val="90000"/>
              </a:lnSpc>
              <a:spcBef>
                <a:spcPct val="0"/>
              </a:spcBef>
              <a:buNone/>
              <a:defRPr sz="2800" kern="1200">
                <a:solidFill>
                  <a:schemeClr val="tx1"/>
                </a:solidFill>
                <a:latin typeface="+mj-lt"/>
                <a:ea typeface="+mj-ea"/>
                <a:cs typeface="+mj-cs"/>
              </a:defRPr>
            </a:lvl1pPr>
          </a:lstStyle>
          <a:p>
            <a:endParaRPr lang="en-US" dirty="0"/>
          </a:p>
        </p:txBody>
      </p:sp>
      <p:sp>
        <p:nvSpPr>
          <p:cNvPr id="14" name="Rectangle 13">
            <a:extLst>
              <a:ext uri="{FF2B5EF4-FFF2-40B4-BE49-F238E27FC236}">
                <a16:creationId xmlns:a16="http://schemas.microsoft.com/office/drawing/2014/main" id="{59E8F627-A016-FA9E-2C72-49C329BE2234}"/>
              </a:ext>
            </a:extLst>
          </p:cNvPr>
          <p:cNvSpPr/>
          <p:nvPr userDrawn="1"/>
        </p:nvSpPr>
        <p:spPr>
          <a:xfrm>
            <a:off x="0" y="639763"/>
            <a:ext cx="170125" cy="170125"/>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BC4A3421-8B6A-66AB-8AC0-509E1F77ADD9}"/>
              </a:ext>
            </a:extLst>
          </p:cNvPr>
          <p:cNvSpPr/>
          <p:nvPr userDrawn="1"/>
        </p:nvSpPr>
        <p:spPr>
          <a:xfrm>
            <a:off x="172113" y="169500"/>
            <a:ext cx="470263" cy="470263"/>
          </a:xfrm>
          <a:prstGeom prst="rect">
            <a:avLst/>
          </a:prstGeom>
          <a:solidFill>
            <a:srgbClr val="0095CA"/>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Tree>
    <p:extLst>
      <p:ext uri="{BB962C8B-B14F-4D97-AF65-F5344CB8AC3E}">
        <p14:creationId xmlns:p14="http://schemas.microsoft.com/office/powerpoint/2010/main" val="813217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Takeaway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7A8BDD78-5FAC-8A55-991C-65E237B2FF24}"/>
              </a:ext>
            </a:extLst>
          </p:cNvPr>
          <p:cNvSpPr>
            <a:spLocks noGrp="1"/>
          </p:cNvSpPr>
          <p:nvPr>
            <p:ph type="title" hasCustomPrompt="1"/>
          </p:nvPr>
        </p:nvSpPr>
        <p:spPr>
          <a:xfrm>
            <a:off x="1044713" y="1042416"/>
            <a:ext cx="2527976" cy="4773170"/>
          </a:xfrm>
          <a:noFill/>
        </p:spPr>
        <p:txBody>
          <a:bodyPr lIns="0" tIns="0" rIns="0" bIns="0" anchor="ctr" anchorCtr="0"/>
          <a:lstStyle>
            <a:lvl1pPr algn="ctr">
              <a:defRPr sz="2800">
                <a:solidFill>
                  <a:schemeClr val="tx1"/>
                </a:solidFill>
              </a:defRPr>
            </a:lvl1pPr>
          </a:lstStyle>
          <a:p>
            <a:r>
              <a:rPr lang="en-US" dirty="0"/>
              <a:t>Click to edit title style</a:t>
            </a:r>
          </a:p>
        </p:txBody>
      </p:sp>
      <p:sp>
        <p:nvSpPr>
          <p:cNvPr id="31" name="Text Placeholder 17">
            <a:extLst>
              <a:ext uri="{FF2B5EF4-FFF2-40B4-BE49-F238E27FC236}">
                <a16:creationId xmlns:a16="http://schemas.microsoft.com/office/drawing/2014/main" id="{401DDE6C-6DCB-CBEA-3A26-1559A235D622}"/>
              </a:ext>
            </a:extLst>
          </p:cNvPr>
          <p:cNvSpPr>
            <a:spLocks noGrp="1"/>
          </p:cNvSpPr>
          <p:nvPr>
            <p:ph type="body" sz="quarter" idx="12" hasCustomPrompt="1"/>
          </p:nvPr>
        </p:nvSpPr>
        <p:spPr>
          <a:xfrm>
            <a:off x="4343399" y="639763"/>
            <a:ext cx="1263462" cy="1259341"/>
          </a:xfrm>
          <a:solidFill>
            <a:schemeClr val="accent3"/>
          </a:solidFill>
        </p:spPr>
        <p:txBody>
          <a:bodyPr wrap="none" anchor="ctr">
            <a:noAutofit/>
          </a:bodyPr>
          <a:lstStyle>
            <a:lvl1pPr marL="0" indent="0" algn="ctr">
              <a:buFontTx/>
              <a:buNone/>
              <a:defRPr sz="4800" b="0">
                <a:latin typeface="+mj-lt"/>
              </a:defRPr>
            </a:lvl1pPr>
          </a:lstStyle>
          <a:p>
            <a:pPr lvl="0"/>
            <a:r>
              <a:rPr lang="en-US" dirty="0"/>
              <a:t>1</a:t>
            </a:r>
          </a:p>
        </p:txBody>
      </p:sp>
      <p:sp>
        <p:nvSpPr>
          <p:cNvPr id="32" name="Content Placeholder 2">
            <a:extLst>
              <a:ext uri="{FF2B5EF4-FFF2-40B4-BE49-F238E27FC236}">
                <a16:creationId xmlns:a16="http://schemas.microsoft.com/office/drawing/2014/main" id="{70A7ED0F-B4AC-59A9-FD1B-7AD969C28EED}"/>
              </a:ext>
            </a:extLst>
          </p:cNvPr>
          <p:cNvSpPr>
            <a:spLocks noGrp="1"/>
          </p:cNvSpPr>
          <p:nvPr>
            <p:ph idx="1" hasCustomPrompt="1"/>
          </p:nvPr>
        </p:nvSpPr>
        <p:spPr>
          <a:xfrm>
            <a:off x="5606861" y="639762"/>
            <a:ext cx="5945376" cy="1259341"/>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17">
            <a:extLst>
              <a:ext uri="{FF2B5EF4-FFF2-40B4-BE49-F238E27FC236}">
                <a16:creationId xmlns:a16="http://schemas.microsoft.com/office/drawing/2014/main" id="{D7CA595A-6D62-43D1-587B-082C9783898C}"/>
              </a:ext>
            </a:extLst>
          </p:cNvPr>
          <p:cNvSpPr>
            <a:spLocks noGrp="1"/>
          </p:cNvSpPr>
          <p:nvPr>
            <p:ph type="body" sz="quarter" idx="13" hasCustomPrompt="1"/>
          </p:nvPr>
        </p:nvSpPr>
        <p:spPr>
          <a:xfrm>
            <a:off x="4343399" y="2078943"/>
            <a:ext cx="1263462" cy="1259341"/>
          </a:xfrm>
          <a:solidFill>
            <a:schemeClr val="accent3"/>
          </a:solidFill>
        </p:spPr>
        <p:txBody>
          <a:bodyPr wrap="none" anchor="ctr">
            <a:noAutofit/>
          </a:bodyPr>
          <a:lstStyle>
            <a:lvl1pPr marL="0" indent="0" algn="ctr">
              <a:buFontTx/>
              <a:buNone/>
              <a:defRPr sz="4800" b="0">
                <a:latin typeface="+mj-lt"/>
              </a:defRPr>
            </a:lvl1pPr>
          </a:lstStyle>
          <a:p>
            <a:pPr lvl="0"/>
            <a:r>
              <a:rPr lang="en-US" dirty="0"/>
              <a:t>2</a:t>
            </a:r>
          </a:p>
        </p:txBody>
      </p:sp>
      <p:sp>
        <p:nvSpPr>
          <p:cNvPr id="9" name="Content Placeholder 2">
            <a:extLst>
              <a:ext uri="{FF2B5EF4-FFF2-40B4-BE49-F238E27FC236}">
                <a16:creationId xmlns:a16="http://schemas.microsoft.com/office/drawing/2014/main" id="{C5029D4D-033C-35FC-E0DA-F46E0B606135}"/>
              </a:ext>
            </a:extLst>
          </p:cNvPr>
          <p:cNvSpPr>
            <a:spLocks noGrp="1"/>
          </p:cNvSpPr>
          <p:nvPr>
            <p:ph idx="14" hasCustomPrompt="1"/>
          </p:nvPr>
        </p:nvSpPr>
        <p:spPr>
          <a:xfrm>
            <a:off x="5606861" y="2078942"/>
            <a:ext cx="5945376" cy="1259341"/>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17">
            <a:extLst>
              <a:ext uri="{FF2B5EF4-FFF2-40B4-BE49-F238E27FC236}">
                <a16:creationId xmlns:a16="http://schemas.microsoft.com/office/drawing/2014/main" id="{D29D1A13-E761-EC6E-D12B-71C8846FD006}"/>
              </a:ext>
            </a:extLst>
          </p:cNvPr>
          <p:cNvSpPr>
            <a:spLocks noGrp="1"/>
          </p:cNvSpPr>
          <p:nvPr>
            <p:ph type="body" sz="quarter" idx="15" hasCustomPrompt="1"/>
          </p:nvPr>
        </p:nvSpPr>
        <p:spPr>
          <a:xfrm>
            <a:off x="4343399" y="3518122"/>
            <a:ext cx="1263462" cy="1259341"/>
          </a:xfrm>
          <a:solidFill>
            <a:schemeClr val="accent3"/>
          </a:solidFill>
        </p:spPr>
        <p:txBody>
          <a:bodyPr wrap="none" anchor="ctr">
            <a:noAutofit/>
          </a:bodyPr>
          <a:lstStyle>
            <a:lvl1pPr marL="0" indent="0" algn="ctr">
              <a:buFontTx/>
              <a:buNone/>
              <a:defRPr sz="4800" b="0">
                <a:latin typeface="+mj-lt"/>
              </a:defRPr>
            </a:lvl1pPr>
          </a:lstStyle>
          <a:p>
            <a:pPr lvl="0"/>
            <a:r>
              <a:rPr lang="en-US" dirty="0"/>
              <a:t>3</a:t>
            </a:r>
          </a:p>
        </p:txBody>
      </p:sp>
      <p:sp>
        <p:nvSpPr>
          <p:cNvPr id="11" name="Content Placeholder 2">
            <a:extLst>
              <a:ext uri="{FF2B5EF4-FFF2-40B4-BE49-F238E27FC236}">
                <a16:creationId xmlns:a16="http://schemas.microsoft.com/office/drawing/2014/main" id="{FC134D6D-3210-16EF-80F3-C65CD6167A51}"/>
              </a:ext>
            </a:extLst>
          </p:cNvPr>
          <p:cNvSpPr>
            <a:spLocks noGrp="1"/>
          </p:cNvSpPr>
          <p:nvPr>
            <p:ph idx="16" hasCustomPrompt="1"/>
          </p:nvPr>
        </p:nvSpPr>
        <p:spPr>
          <a:xfrm>
            <a:off x="5606861" y="3518121"/>
            <a:ext cx="5945376" cy="1259341"/>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7">
            <a:extLst>
              <a:ext uri="{FF2B5EF4-FFF2-40B4-BE49-F238E27FC236}">
                <a16:creationId xmlns:a16="http://schemas.microsoft.com/office/drawing/2014/main" id="{99CE4D8C-A6A7-258C-A083-8DCB8CA9FED5}"/>
              </a:ext>
            </a:extLst>
          </p:cNvPr>
          <p:cNvSpPr>
            <a:spLocks noGrp="1"/>
          </p:cNvSpPr>
          <p:nvPr>
            <p:ph type="body" sz="quarter" idx="17" hasCustomPrompt="1"/>
          </p:nvPr>
        </p:nvSpPr>
        <p:spPr>
          <a:xfrm>
            <a:off x="4343399" y="4957302"/>
            <a:ext cx="1263462" cy="1259341"/>
          </a:xfrm>
          <a:solidFill>
            <a:schemeClr val="accent3"/>
          </a:solidFill>
        </p:spPr>
        <p:txBody>
          <a:bodyPr wrap="none" anchor="ctr">
            <a:noAutofit/>
          </a:bodyPr>
          <a:lstStyle>
            <a:lvl1pPr marL="0" indent="0" algn="ctr">
              <a:buFontTx/>
              <a:buNone/>
              <a:defRPr sz="4800" b="0">
                <a:latin typeface="+mj-lt"/>
              </a:defRPr>
            </a:lvl1pPr>
          </a:lstStyle>
          <a:p>
            <a:pPr lvl="0"/>
            <a:r>
              <a:rPr lang="en-US" dirty="0"/>
              <a:t>4</a:t>
            </a:r>
          </a:p>
        </p:txBody>
      </p:sp>
      <p:sp>
        <p:nvSpPr>
          <p:cNvPr id="13" name="Content Placeholder 2">
            <a:extLst>
              <a:ext uri="{FF2B5EF4-FFF2-40B4-BE49-F238E27FC236}">
                <a16:creationId xmlns:a16="http://schemas.microsoft.com/office/drawing/2014/main" id="{D32D25DE-BD5A-1E2A-B371-ECE4BD167240}"/>
              </a:ext>
            </a:extLst>
          </p:cNvPr>
          <p:cNvSpPr>
            <a:spLocks noGrp="1"/>
          </p:cNvSpPr>
          <p:nvPr>
            <p:ph idx="18" hasCustomPrompt="1"/>
          </p:nvPr>
        </p:nvSpPr>
        <p:spPr>
          <a:xfrm>
            <a:off x="5606861" y="4957301"/>
            <a:ext cx="5945376" cy="1259341"/>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Box 15">
            <a:extLst>
              <a:ext uri="{FF2B5EF4-FFF2-40B4-BE49-F238E27FC236}">
                <a16:creationId xmlns:a16="http://schemas.microsoft.com/office/drawing/2014/main" id="{B0ACED18-52E1-266E-FF34-B44CA2BDA8E2}"/>
              </a:ext>
            </a:extLst>
          </p:cNvPr>
          <p:cNvSpPr txBox="1">
            <a:spLocks/>
          </p:cNvSpPr>
          <p:nvPr userDrawn="1"/>
        </p:nvSpPr>
        <p:spPr>
          <a:xfrm>
            <a:off x="642377" y="640080"/>
            <a:ext cx="3335262" cy="5577842"/>
          </a:xfrm>
          <a:custGeom>
            <a:avLst/>
            <a:gdLst>
              <a:gd name="connsiteX0" fmla="*/ 36576 w 3335262"/>
              <a:gd name="connsiteY0" fmla="*/ 36576 h 5577842"/>
              <a:gd name="connsiteX1" fmla="*/ 36576 w 3335262"/>
              <a:gd name="connsiteY1" fmla="*/ 5541266 h 5577842"/>
              <a:gd name="connsiteX2" fmla="*/ 3298686 w 3335262"/>
              <a:gd name="connsiteY2" fmla="*/ 5541266 h 5577842"/>
              <a:gd name="connsiteX3" fmla="*/ 3298686 w 3335262"/>
              <a:gd name="connsiteY3" fmla="*/ 36576 h 5577842"/>
              <a:gd name="connsiteX4" fmla="*/ 0 w 3335262"/>
              <a:gd name="connsiteY4" fmla="*/ 0 h 5577842"/>
              <a:gd name="connsiteX5" fmla="*/ 3335262 w 3335262"/>
              <a:gd name="connsiteY5" fmla="*/ 0 h 5577842"/>
              <a:gd name="connsiteX6" fmla="*/ 3335262 w 3335262"/>
              <a:gd name="connsiteY6" fmla="*/ 5577842 h 5577842"/>
              <a:gd name="connsiteX7" fmla="*/ 0 w 3335262"/>
              <a:gd name="connsiteY7" fmla="*/ 5577842 h 55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5262" h="5577842">
                <a:moveTo>
                  <a:pt x="36576" y="36576"/>
                </a:moveTo>
                <a:lnTo>
                  <a:pt x="36576" y="5541266"/>
                </a:lnTo>
                <a:lnTo>
                  <a:pt x="3298686" y="5541266"/>
                </a:lnTo>
                <a:lnTo>
                  <a:pt x="3298686" y="36576"/>
                </a:lnTo>
                <a:close/>
                <a:moveTo>
                  <a:pt x="0" y="0"/>
                </a:moveTo>
                <a:lnTo>
                  <a:pt x="3335262" y="0"/>
                </a:lnTo>
                <a:lnTo>
                  <a:pt x="3335262" y="5577842"/>
                </a:lnTo>
                <a:lnTo>
                  <a:pt x="0" y="5577842"/>
                </a:lnTo>
                <a:close/>
              </a:path>
            </a:pathLst>
          </a:custGeom>
          <a:solidFill>
            <a:schemeClr val="accent3"/>
          </a:solidFill>
        </p:spPr>
        <p:txBody>
          <a:bodyPr vert="horz" wrap="square" lIns="365760" tIns="685800" rIns="365760" bIns="685800" rtlCol="0" anchor="ctr" anchorCtr="0">
            <a:noAutofit/>
          </a:bodyPr>
          <a:lstStyle>
            <a:lvl1pPr algn="ctr" defTabSz="914400" rtl="0" eaLnBrk="1" latinLnBrk="0" hangingPunct="1">
              <a:lnSpc>
                <a:spcPct val="90000"/>
              </a:lnSpc>
              <a:spcBef>
                <a:spcPct val="0"/>
              </a:spcBef>
              <a:buNone/>
              <a:defRPr sz="2800" kern="1200">
                <a:solidFill>
                  <a:schemeClr val="tx1"/>
                </a:solidFill>
                <a:latin typeface="+mj-lt"/>
                <a:ea typeface="+mj-ea"/>
                <a:cs typeface="+mj-cs"/>
              </a:defRPr>
            </a:lvl1pPr>
          </a:lstStyle>
          <a:p>
            <a:endParaRPr lang="en-US" dirty="0"/>
          </a:p>
        </p:txBody>
      </p:sp>
      <p:sp>
        <p:nvSpPr>
          <p:cNvPr id="20" name="Rectangle 19">
            <a:extLst>
              <a:ext uri="{FF2B5EF4-FFF2-40B4-BE49-F238E27FC236}">
                <a16:creationId xmlns:a16="http://schemas.microsoft.com/office/drawing/2014/main" id="{1662889D-CF8C-1293-98C9-B2E32159D816}"/>
              </a:ext>
            </a:extLst>
          </p:cNvPr>
          <p:cNvSpPr/>
          <p:nvPr userDrawn="1"/>
        </p:nvSpPr>
        <p:spPr>
          <a:xfrm>
            <a:off x="0" y="639763"/>
            <a:ext cx="170125" cy="170125"/>
          </a:xfrm>
          <a:prstGeom prst="rect">
            <a:avLst/>
          </a:prstGeom>
          <a:solidFill>
            <a:srgbClr val="FFE17A"/>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21" name="Rectangle 20">
            <a:extLst>
              <a:ext uri="{FF2B5EF4-FFF2-40B4-BE49-F238E27FC236}">
                <a16:creationId xmlns:a16="http://schemas.microsoft.com/office/drawing/2014/main" id="{82CA4A38-16F1-5F93-F149-0D892A577702}"/>
              </a:ext>
            </a:extLst>
          </p:cNvPr>
          <p:cNvSpPr/>
          <p:nvPr userDrawn="1"/>
        </p:nvSpPr>
        <p:spPr>
          <a:xfrm>
            <a:off x="172113" y="169500"/>
            <a:ext cx="470263" cy="470263"/>
          </a:xfrm>
          <a:prstGeom prst="rect">
            <a:avLst/>
          </a:prstGeom>
          <a:solidFill>
            <a:srgbClr val="EDB2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Tree>
    <p:extLst>
      <p:ext uri="{BB962C8B-B14F-4D97-AF65-F5344CB8AC3E}">
        <p14:creationId xmlns:p14="http://schemas.microsoft.com/office/powerpoint/2010/main" val="2215973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 Takeaway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9FD9AD-6A55-B9FB-C392-3B35F51524E6}"/>
              </a:ext>
            </a:extLst>
          </p:cNvPr>
          <p:cNvSpPr>
            <a:spLocks noGrp="1"/>
          </p:cNvSpPr>
          <p:nvPr>
            <p:ph type="title" hasCustomPrompt="1"/>
          </p:nvPr>
        </p:nvSpPr>
        <p:spPr>
          <a:xfrm>
            <a:off x="1044713" y="1042416"/>
            <a:ext cx="2527976" cy="4773170"/>
          </a:xfrm>
          <a:noFill/>
        </p:spPr>
        <p:txBody>
          <a:bodyPr lIns="0" tIns="0" rIns="0" bIns="0" anchor="ctr" anchorCtr="0"/>
          <a:lstStyle>
            <a:lvl1pPr algn="ctr">
              <a:defRPr sz="2800">
                <a:solidFill>
                  <a:schemeClr val="tx1"/>
                </a:solidFill>
              </a:defRPr>
            </a:lvl1pPr>
          </a:lstStyle>
          <a:p>
            <a:r>
              <a:rPr lang="en-US" dirty="0"/>
              <a:t>Click to edit title style</a:t>
            </a:r>
          </a:p>
        </p:txBody>
      </p:sp>
      <p:sp>
        <p:nvSpPr>
          <p:cNvPr id="19" name="Text Placeholder 17">
            <a:extLst>
              <a:ext uri="{FF2B5EF4-FFF2-40B4-BE49-F238E27FC236}">
                <a16:creationId xmlns:a16="http://schemas.microsoft.com/office/drawing/2014/main" id="{CE041CEC-2951-5B9F-2554-B900056DF041}"/>
              </a:ext>
            </a:extLst>
          </p:cNvPr>
          <p:cNvSpPr>
            <a:spLocks noGrp="1"/>
          </p:cNvSpPr>
          <p:nvPr>
            <p:ph type="body" sz="quarter" idx="12" hasCustomPrompt="1"/>
          </p:nvPr>
        </p:nvSpPr>
        <p:spPr>
          <a:xfrm>
            <a:off x="4343399" y="644808"/>
            <a:ext cx="969620" cy="966457"/>
          </a:xfrm>
          <a:solidFill>
            <a:schemeClr val="accent4"/>
          </a:solidFill>
        </p:spPr>
        <p:txBody>
          <a:bodyPr wrap="none" anchor="ctr">
            <a:noAutofit/>
          </a:bodyPr>
          <a:lstStyle>
            <a:lvl1pPr marL="0" indent="0" algn="ctr">
              <a:buFontTx/>
              <a:buNone/>
              <a:defRPr sz="4800" b="0">
                <a:latin typeface="+mj-lt"/>
              </a:defRPr>
            </a:lvl1pPr>
          </a:lstStyle>
          <a:p>
            <a:pPr lvl="0"/>
            <a:r>
              <a:rPr lang="en-US" dirty="0"/>
              <a:t>1</a:t>
            </a:r>
          </a:p>
        </p:txBody>
      </p:sp>
      <p:sp>
        <p:nvSpPr>
          <p:cNvPr id="5" name="Content Placeholder 2">
            <a:extLst>
              <a:ext uri="{FF2B5EF4-FFF2-40B4-BE49-F238E27FC236}">
                <a16:creationId xmlns:a16="http://schemas.microsoft.com/office/drawing/2014/main" id="{7E891F22-D93C-CE66-8686-EC86198FEED1}"/>
              </a:ext>
            </a:extLst>
          </p:cNvPr>
          <p:cNvSpPr>
            <a:spLocks noGrp="1"/>
          </p:cNvSpPr>
          <p:nvPr>
            <p:ph idx="1" hasCustomPrompt="1"/>
          </p:nvPr>
        </p:nvSpPr>
        <p:spPr>
          <a:xfrm>
            <a:off x="5313019" y="644807"/>
            <a:ext cx="6239218" cy="966461"/>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7">
            <a:extLst>
              <a:ext uri="{FF2B5EF4-FFF2-40B4-BE49-F238E27FC236}">
                <a16:creationId xmlns:a16="http://schemas.microsoft.com/office/drawing/2014/main" id="{3F5E3D8D-EE8B-2504-0E7B-8BD0E429E0B9}"/>
              </a:ext>
            </a:extLst>
          </p:cNvPr>
          <p:cNvSpPr>
            <a:spLocks noGrp="1"/>
          </p:cNvSpPr>
          <p:nvPr>
            <p:ph type="body" sz="quarter" idx="13" hasCustomPrompt="1"/>
          </p:nvPr>
        </p:nvSpPr>
        <p:spPr>
          <a:xfrm>
            <a:off x="4343399" y="1791427"/>
            <a:ext cx="969620" cy="966457"/>
          </a:xfrm>
          <a:solidFill>
            <a:schemeClr val="accent4"/>
          </a:solidFill>
        </p:spPr>
        <p:txBody>
          <a:bodyPr wrap="none" anchor="ctr">
            <a:noAutofit/>
          </a:bodyPr>
          <a:lstStyle>
            <a:lvl1pPr marL="0" indent="0" algn="ctr">
              <a:buFontTx/>
              <a:buNone/>
              <a:defRPr sz="4800" b="0">
                <a:latin typeface="+mj-lt"/>
              </a:defRPr>
            </a:lvl1pPr>
          </a:lstStyle>
          <a:p>
            <a:pPr lvl="0"/>
            <a:r>
              <a:rPr lang="en-US" dirty="0"/>
              <a:t>2</a:t>
            </a:r>
          </a:p>
        </p:txBody>
      </p:sp>
      <p:sp>
        <p:nvSpPr>
          <p:cNvPr id="26" name="Content Placeholder 2">
            <a:extLst>
              <a:ext uri="{FF2B5EF4-FFF2-40B4-BE49-F238E27FC236}">
                <a16:creationId xmlns:a16="http://schemas.microsoft.com/office/drawing/2014/main" id="{E10C486B-DFD6-C301-F3CB-D01B2ACD541E}"/>
              </a:ext>
            </a:extLst>
          </p:cNvPr>
          <p:cNvSpPr>
            <a:spLocks noGrp="1"/>
          </p:cNvSpPr>
          <p:nvPr>
            <p:ph idx="14" hasCustomPrompt="1"/>
          </p:nvPr>
        </p:nvSpPr>
        <p:spPr>
          <a:xfrm>
            <a:off x="5313019" y="1791426"/>
            <a:ext cx="6239218" cy="966461"/>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17">
            <a:extLst>
              <a:ext uri="{FF2B5EF4-FFF2-40B4-BE49-F238E27FC236}">
                <a16:creationId xmlns:a16="http://schemas.microsoft.com/office/drawing/2014/main" id="{B5970A10-5E1C-A255-8FB8-D459ADDAE9B0}"/>
              </a:ext>
            </a:extLst>
          </p:cNvPr>
          <p:cNvSpPr>
            <a:spLocks noGrp="1"/>
          </p:cNvSpPr>
          <p:nvPr>
            <p:ph type="body" sz="quarter" idx="15" hasCustomPrompt="1"/>
          </p:nvPr>
        </p:nvSpPr>
        <p:spPr>
          <a:xfrm>
            <a:off x="4343399" y="2938043"/>
            <a:ext cx="969620" cy="966457"/>
          </a:xfrm>
          <a:solidFill>
            <a:schemeClr val="accent4"/>
          </a:solidFill>
        </p:spPr>
        <p:txBody>
          <a:bodyPr wrap="none" anchor="ctr">
            <a:noAutofit/>
          </a:bodyPr>
          <a:lstStyle>
            <a:lvl1pPr marL="0" indent="0" algn="ctr">
              <a:buFontTx/>
              <a:buNone/>
              <a:defRPr sz="4800" b="0">
                <a:latin typeface="+mj-lt"/>
              </a:defRPr>
            </a:lvl1pPr>
          </a:lstStyle>
          <a:p>
            <a:pPr lvl="0"/>
            <a:r>
              <a:rPr lang="en-US" dirty="0"/>
              <a:t>3</a:t>
            </a:r>
          </a:p>
        </p:txBody>
      </p:sp>
      <p:sp>
        <p:nvSpPr>
          <p:cNvPr id="30" name="Content Placeholder 2">
            <a:extLst>
              <a:ext uri="{FF2B5EF4-FFF2-40B4-BE49-F238E27FC236}">
                <a16:creationId xmlns:a16="http://schemas.microsoft.com/office/drawing/2014/main" id="{1EDFAD67-E3A1-0FF6-987D-7D581812A926}"/>
              </a:ext>
            </a:extLst>
          </p:cNvPr>
          <p:cNvSpPr>
            <a:spLocks noGrp="1"/>
          </p:cNvSpPr>
          <p:nvPr>
            <p:ph idx="16" hasCustomPrompt="1"/>
          </p:nvPr>
        </p:nvSpPr>
        <p:spPr>
          <a:xfrm>
            <a:off x="5313019" y="2938042"/>
            <a:ext cx="6239218" cy="966461"/>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Text Placeholder 17">
            <a:extLst>
              <a:ext uri="{FF2B5EF4-FFF2-40B4-BE49-F238E27FC236}">
                <a16:creationId xmlns:a16="http://schemas.microsoft.com/office/drawing/2014/main" id="{C0136CF7-D8D3-C5F7-3C34-CB802C75DFEE}"/>
              </a:ext>
            </a:extLst>
          </p:cNvPr>
          <p:cNvSpPr>
            <a:spLocks noGrp="1"/>
          </p:cNvSpPr>
          <p:nvPr>
            <p:ph type="body" sz="quarter" idx="17" hasCustomPrompt="1"/>
          </p:nvPr>
        </p:nvSpPr>
        <p:spPr>
          <a:xfrm>
            <a:off x="4343399" y="4084662"/>
            <a:ext cx="969620" cy="966457"/>
          </a:xfrm>
          <a:solidFill>
            <a:schemeClr val="accent4"/>
          </a:solidFill>
        </p:spPr>
        <p:txBody>
          <a:bodyPr wrap="none" anchor="ctr">
            <a:noAutofit/>
          </a:bodyPr>
          <a:lstStyle>
            <a:lvl1pPr marL="0" indent="0" algn="ctr">
              <a:buFontTx/>
              <a:buNone/>
              <a:defRPr sz="4800" b="0">
                <a:latin typeface="+mj-lt"/>
              </a:defRPr>
            </a:lvl1pPr>
          </a:lstStyle>
          <a:p>
            <a:pPr lvl="0"/>
            <a:r>
              <a:rPr lang="en-US" dirty="0"/>
              <a:t>4</a:t>
            </a:r>
          </a:p>
        </p:txBody>
      </p:sp>
      <p:sp>
        <p:nvSpPr>
          <p:cNvPr id="32" name="Content Placeholder 2">
            <a:extLst>
              <a:ext uri="{FF2B5EF4-FFF2-40B4-BE49-F238E27FC236}">
                <a16:creationId xmlns:a16="http://schemas.microsoft.com/office/drawing/2014/main" id="{35A1449F-D7F4-640E-689B-662E6BE7F29C}"/>
              </a:ext>
            </a:extLst>
          </p:cNvPr>
          <p:cNvSpPr>
            <a:spLocks noGrp="1"/>
          </p:cNvSpPr>
          <p:nvPr>
            <p:ph idx="18" hasCustomPrompt="1"/>
          </p:nvPr>
        </p:nvSpPr>
        <p:spPr>
          <a:xfrm>
            <a:off x="5313019" y="4084661"/>
            <a:ext cx="6239218" cy="966461"/>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3" name="Text Placeholder 17">
            <a:extLst>
              <a:ext uri="{FF2B5EF4-FFF2-40B4-BE49-F238E27FC236}">
                <a16:creationId xmlns:a16="http://schemas.microsoft.com/office/drawing/2014/main" id="{A5218536-8ED5-63AC-DEB9-549E55FFA60B}"/>
              </a:ext>
            </a:extLst>
          </p:cNvPr>
          <p:cNvSpPr>
            <a:spLocks noGrp="1"/>
          </p:cNvSpPr>
          <p:nvPr>
            <p:ph type="body" sz="quarter" idx="19" hasCustomPrompt="1"/>
          </p:nvPr>
        </p:nvSpPr>
        <p:spPr>
          <a:xfrm>
            <a:off x="4343399" y="5259652"/>
            <a:ext cx="969620" cy="966457"/>
          </a:xfrm>
          <a:solidFill>
            <a:schemeClr val="accent4"/>
          </a:solidFill>
        </p:spPr>
        <p:txBody>
          <a:bodyPr wrap="none" anchor="ctr">
            <a:noAutofit/>
          </a:bodyPr>
          <a:lstStyle>
            <a:lvl1pPr marL="0" indent="0" algn="ctr">
              <a:buFontTx/>
              <a:buNone/>
              <a:defRPr sz="4800" b="0">
                <a:latin typeface="+mj-lt"/>
              </a:defRPr>
            </a:lvl1pPr>
          </a:lstStyle>
          <a:p>
            <a:pPr lvl="0"/>
            <a:r>
              <a:rPr lang="en-US" dirty="0"/>
              <a:t>5</a:t>
            </a:r>
          </a:p>
        </p:txBody>
      </p:sp>
      <p:sp>
        <p:nvSpPr>
          <p:cNvPr id="34" name="Content Placeholder 2">
            <a:extLst>
              <a:ext uri="{FF2B5EF4-FFF2-40B4-BE49-F238E27FC236}">
                <a16:creationId xmlns:a16="http://schemas.microsoft.com/office/drawing/2014/main" id="{D6468BD1-0061-5A82-D408-E4B39AD360F9}"/>
              </a:ext>
            </a:extLst>
          </p:cNvPr>
          <p:cNvSpPr>
            <a:spLocks noGrp="1"/>
          </p:cNvSpPr>
          <p:nvPr>
            <p:ph idx="20" hasCustomPrompt="1"/>
          </p:nvPr>
        </p:nvSpPr>
        <p:spPr>
          <a:xfrm>
            <a:off x="5313019" y="5259651"/>
            <a:ext cx="6239218" cy="966461"/>
          </a:xfrm>
          <a:solidFill>
            <a:schemeClr val="bg1"/>
          </a:solidFill>
        </p:spPr>
        <p:txBody>
          <a:bodyPr lIns="182880" tIns="0" rIns="0" bIns="0" anchor="ctr"/>
          <a:lstStyle>
            <a:lvl1pPr marL="0" indent="0">
              <a:lnSpc>
                <a:spcPct val="100000"/>
              </a:lnSpc>
              <a:spcBef>
                <a:spcPts val="0"/>
              </a:spcBef>
              <a:spcAft>
                <a:spcPts val="600"/>
              </a:spcAft>
              <a:buClr>
                <a:schemeClr val="accent4"/>
              </a:buClr>
              <a:buFont typeface="Nunito Sans Light" panose="00000400000000000000" pitchFamily="2" charset="0"/>
              <a:buChar char="​"/>
              <a:defRPr b="0" i="0">
                <a:latin typeface="+mn-lt"/>
              </a:defRPr>
            </a:lvl1pPr>
            <a:lvl2pPr marL="457200" indent="-228600">
              <a:lnSpc>
                <a:spcPct val="100000"/>
              </a:lnSpc>
              <a:spcBef>
                <a:spcPts val="0"/>
              </a:spcBef>
              <a:spcAft>
                <a:spcPts val="600"/>
              </a:spcAft>
              <a:buSzPct val="100000"/>
              <a:buFont typeface="Wingdings" panose="05000000000000000000" pitchFamily="2" charset="2"/>
              <a:buChar char="§"/>
              <a:defRPr b="0" i="0">
                <a:latin typeface="+mn-lt"/>
              </a:defRPr>
            </a:lvl2pPr>
            <a:lvl3pPr marL="685800" indent="-228600">
              <a:lnSpc>
                <a:spcPct val="100000"/>
              </a:lnSpc>
              <a:spcBef>
                <a:spcPts val="0"/>
              </a:spcBef>
              <a:spcAft>
                <a:spcPts val="600"/>
              </a:spcAft>
              <a:buFont typeface="Calibri" panose="020F0502020204030204" pitchFamily="34" charset="0"/>
              <a:buChar char="–"/>
              <a:defRPr b="0" i="0">
                <a:latin typeface="+mn-lt"/>
              </a:defRPr>
            </a:lvl3pPr>
            <a:lvl4pPr marL="914400" indent="-228600">
              <a:lnSpc>
                <a:spcPct val="100000"/>
              </a:lnSpc>
              <a:spcBef>
                <a:spcPts val="0"/>
              </a:spcBef>
              <a:spcAft>
                <a:spcPts val="600"/>
              </a:spcAft>
              <a:buFont typeface="Wingdings" panose="05000000000000000000" pitchFamily="2" charset="2"/>
              <a:buChar char="§"/>
              <a:defRPr b="0" i="0">
                <a:latin typeface="+mn-lt"/>
              </a:defRPr>
            </a:lvl4pPr>
            <a:lvl5pPr marL="1143000" indent="-228600">
              <a:lnSpc>
                <a:spcPct val="100000"/>
              </a:lnSpc>
              <a:spcBef>
                <a:spcPts val="0"/>
              </a:spcBef>
              <a:spcAft>
                <a:spcPts val="600"/>
              </a:spcAft>
              <a:buFont typeface="Calibri" panose="020F0502020204030204" pitchFamily="34" charset="0"/>
              <a:buChar char="–"/>
              <a:defRPr b="0" i="0">
                <a:latin typeface="+mn-lt"/>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TextBox 36">
            <a:extLst>
              <a:ext uri="{FF2B5EF4-FFF2-40B4-BE49-F238E27FC236}">
                <a16:creationId xmlns:a16="http://schemas.microsoft.com/office/drawing/2014/main" id="{CB2B4E8D-1BF3-C5E5-D5DD-A6AA8ED6ABC6}"/>
              </a:ext>
            </a:extLst>
          </p:cNvPr>
          <p:cNvSpPr txBox="1">
            <a:spLocks/>
          </p:cNvSpPr>
          <p:nvPr userDrawn="1"/>
        </p:nvSpPr>
        <p:spPr>
          <a:xfrm>
            <a:off x="642377" y="640080"/>
            <a:ext cx="3335262" cy="5577842"/>
          </a:xfrm>
          <a:custGeom>
            <a:avLst/>
            <a:gdLst>
              <a:gd name="connsiteX0" fmla="*/ 36576 w 3335262"/>
              <a:gd name="connsiteY0" fmla="*/ 36576 h 5577842"/>
              <a:gd name="connsiteX1" fmla="*/ 36576 w 3335262"/>
              <a:gd name="connsiteY1" fmla="*/ 5541266 h 5577842"/>
              <a:gd name="connsiteX2" fmla="*/ 3298686 w 3335262"/>
              <a:gd name="connsiteY2" fmla="*/ 5541266 h 5577842"/>
              <a:gd name="connsiteX3" fmla="*/ 3298686 w 3335262"/>
              <a:gd name="connsiteY3" fmla="*/ 36576 h 5577842"/>
              <a:gd name="connsiteX4" fmla="*/ 0 w 3335262"/>
              <a:gd name="connsiteY4" fmla="*/ 0 h 5577842"/>
              <a:gd name="connsiteX5" fmla="*/ 3335262 w 3335262"/>
              <a:gd name="connsiteY5" fmla="*/ 0 h 5577842"/>
              <a:gd name="connsiteX6" fmla="*/ 3335262 w 3335262"/>
              <a:gd name="connsiteY6" fmla="*/ 5577842 h 5577842"/>
              <a:gd name="connsiteX7" fmla="*/ 0 w 3335262"/>
              <a:gd name="connsiteY7" fmla="*/ 5577842 h 55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5262" h="5577842">
                <a:moveTo>
                  <a:pt x="36576" y="36576"/>
                </a:moveTo>
                <a:lnTo>
                  <a:pt x="36576" y="5541266"/>
                </a:lnTo>
                <a:lnTo>
                  <a:pt x="3298686" y="5541266"/>
                </a:lnTo>
                <a:lnTo>
                  <a:pt x="3298686" y="36576"/>
                </a:lnTo>
                <a:close/>
                <a:moveTo>
                  <a:pt x="0" y="0"/>
                </a:moveTo>
                <a:lnTo>
                  <a:pt x="3335262" y="0"/>
                </a:lnTo>
                <a:lnTo>
                  <a:pt x="3335262" y="5577842"/>
                </a:lnTo>
                <a:lnTo>
                  <a:pt x="0" y="5577842"/>
                </a:lnTo>
                <a:close/>
              </a:path>
            </a:pathLst>
          </a:custGeom>
          <a:solidFill>
            <a:schemeClr val="accent4"/>
          </a:solidFill>
        </p:spPr>
        <p:txBody>
          <a:bodyPr vert="horz" wrap="square" lIns="365760" tIns="685800" rIns="365760" bIns="685800" rtlCol="0" anchor="ctr" anchorCtr="0">
            <a:noAutofit/>
          </a:bodyPr>
          <a:lstStyle>
            <a:lvl1pPr algn="ctr" defTabSz="914400" rtl="0" eaLnBrk="1" latinLnBrk="0" hangingPunct="1">
              <a:lnSpc>
                <a:spcPct val="90000"/>
              </a:lnSpc>
              <a:spcBef>
                <a:spcPct val="0"/>
              </a:spcBef>
              <a:buNone/>
              <a:defRPr sz="2800" kern="1200">
                <a:solidFill>
                  <a:schemeClr val="tx1"/>
                </a:solidFill>
                <a:latin typeface="+mj-lt"/>
                <a:ea typeface="+mj-ea"/>
                <a:cs typeface="+mj-cs"/>
              </a:defRPr>
            </a:lvl1pPr>
          </a:lstStyle>
          <a:p>
            <a:endParaRPr lang="en-US" dirty="0"/>
          </a:p>
        </p:txBody>
      </p:sp>
      <p:sp>
        <p:nvSpPr>
          <p:cNvPr id="8" name="Rectangle 7">
            <a:extLst>
              <a:ext uri="{FF2B5EF4-FFF2-40B4-BE49-F238E27FC236}">
                <a16:creationId xmlns:a16="http://schemas.microsoft.com/office/drawing/2014/main" id="{DF37A278-06A6-2598-D757-A489A655F4BE}"/>
              </a:ext>
            </a:extLst>
          </p:cNvPr>
          <p:cNvSpPr/>
          <p:nvPr userDrawn="1"/>
        </p:nvSpPr>
        <p:spPr>
          <a:xfrm>
            <a:off x="0" y="639763"/>
            <a:ext cx="170125" cy="170125"/>
          </a:xfrm>
          <a:prstGeom prst="rect">
            <a:avLst/>
          </a:prstGeom>
          <a:solidFill>
            <a:srgbClr val="FF8F5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BA89DBDE-D5B2-4AB2-A0CF-CD2ECB00EF90}"/>
              </a:ext>
            </a:extLst>
          </p:cNvPr>
          <p:cNvSpPr/>
          <p:nvPr userDrawn="1"/>
        </p:nvSpPr>
        <p:spPr>
          <a:xfrm>
            <a:off x="172113" y="169500"/>
            <a:ext cx="470263" cy="470263"/>
          </a:xfrm>
          <a:prstGeom prst="rect">
            <a:avLst/>
          </a:prstGeom>
          <a:solidFill>
            <a:srgbClr val="B2450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Tree>
    <p:extLst>
      <p:ext uri="{BB962C8B-B14F-4D97-AF65-F5344CB8AC3E}">
        <p14:creationId xmlns:p14="http://schemas.microsoft.com/office/powerpoint/2010/main" val="1466030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0BD236-A5FE-B377-4D89-6CC4416BEC5F}"/>
              </a:ext>
            </a:extLst>
          </p:cNvPr>
          <p:cNvSpPr>
            <a:spLocks noGrp="1"/>
          </p:cNvSpPr>
          <p:nvPr>
            <p:ph type="title" hasCustomPrompt="1"/>
          </p:nvPr>
        </p:nvSpPr>
        <p:spPr/>
        <p:txBody>
          <a:bodyPr/>
          <a:lstStyle/>
          <a:p>
            <a:r>
              <a:rPr lang="en-US" dirty="0"/>
              <a:t>Click to edit title style</a:t>
            </a:r>
          </a:p>
        </p:txBody>
      </p:sp>
    </p:spTree>
    <p:extLst>
      <p:ext uri="{BB962C8B-B14F-4D97-AF65-F5344CB8AC3E}">
        <p14:creationId xmlns:p14="http://schemas.microsoft.com/office/powerpoint/2010/main" val="2402778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54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6A3C7A-0D03-4ABF-7369-DA48EFB6CF6E}"/>
              </a:ext>
            </a:extLst>
          </p:cNvPr>
          <p:cNvSpPr>
            <a:spLocks noGrp="1"/>
          </p:cNvSpPr>
          <p:nvPr>
            <p:ph type="title" hasCustomPrompt="1"/>
          </p:nvPr>
        </p:nvSpPr>
        <p:spPr>
          <a:xfrm>
            <a:off x="640080" y="347472"/>
            <a:ext cx="10911840" cy="640080"/>
          </a:xfrm>
        </p:spPr>
        <p:txBody>
          <a:bodyPr/>
          <a:lstStyle/>
          <a:p>
            <a:r>
              <a:rPr lang="en-US" dirty="0"/>
              <a:t>Click to edit title style</a:t>
            </a:r>
          </a:p>
        </p:txBody>
      </p:sp>
      <p:sp>
        <p:nvSpPr>
          <p:cNvPr id="5" name="Text Placeholder 4">
            <a:extLst>
              <a:ext uri="{FF2B5EF4-FFF2-40B4-BE49-F238E27FC236}">
                <a16:creationId xmlns:a16="http://schemas.microsoft.com/office/drawing/2014/main" id="{22C827E3-834F-40BA-9518-B0648BD536F2}"/>
              </a:ext>
            </a:extLst>
          </p:cNvPr>
          <p:cNvSpPr>
            <a:spLocks noGrp="1"/>
          </p:cNvSpPr>
          <p:nvPr>
            <p:ph type="body" sz="quarter" idx="10" hasCustomPrompt="1"/>
          </p:nvPr>
        </p:nvSpPr>
        <p:spPr>
          <a:xfrm>
            <a:off x="638810" y="987552"/>
            <a:ext cx="10911840" cy="365760"/>
          </a:xfrm>
        </p:spPr>
        <p:txBody>
          <a:bodyPr anchor="ctr">
            <a:noAutofit/>
          </a:bodyPr>
          <a:lstStyle>
            <a:lvl1pPr marL="0" indent="0">
              <a:spcAft>
                <a:spcPts val="0"/>
              </a:spcAft>
              <a:buFontTx/>
              <a:buNone/>
              <a:defRPr sz="2200" b="0" i="0">
                <a:solidFill>
                  <a:schemeClr val="accent1"/>
                </a:solidFill>
                <a:latin typeface="IntelOne Text" panose="020B0503020203020204" pitchFamily="34" charset="77"/>
              </a:defRPr>
            </a:lvl1pPr>
          </a:lstStyle>
          <a:p>
            <a:pPr lvl="0"/>
            <a:r>
              <a:rPr lang="en-US" dirty="0"/>
              <a:t>Click to edit text styles</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hasCustomPrompt="1"/>
          </p:nvPr>
        </p:nvSpPr>
        <p:spPr>
          <a:xfrm>
            <a:off x="640080" y="1533844"/>
            <a:ext cx="10910570" cy="4684394"/>
          </a:xfrm>
        </p:spPr>
        <p:txBody>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88344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 2 Column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B6E4F3-2E55-E9EA-4859-9DC5DF5353C6}"/>
              </a:ext>
            </a:extLst>
          </p:cNvPr>
          <p:cNvSpPr>
            <a:spLocks noGrp="1"/>
          </p:cNvSpPr>
          <p:nvPr>
            <p:ph type="title" hasCustomPrompt="1"/>
          </p:nvPr>
        </p:nvSpPr>
        <p:spPr>
          <a:xfrm>
            <a:off x="640080" y="347472"/>
            <a:ext cx="10911840" cy="640080"/>
          </a:xfrm>
        </p:spPr>
        <p:txBody>
          <a:bodyPr/>
          <a:lstStyle/>
          <a:p>
            <a:r>
              <a:rPr lang="en-US" dirty="0"/>
              <a:t>Click to edit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hasCustomPrompt="1"/>
          </p:nvPr>
        </p:nvSpPr>
        <p:spPr>
          <a:xfrm>
            <a:off x="639763" y="987552"/>
            <a:ext cx="10912474" cy="365760"/>
          </a:xfrm>
        </p:spPr>
        <p:txBody>
          <a:bodyPr anchor="ctr">
            <a:noAutofit/>
          </a:bodyPr>
          <a:lstStyle>
            <a:lvl1pPr marL="0" indent="0">
              <a:buNone/>
              <a:defRPr sz="2200" b="0" i="0">
                <a:solidFill>
                  <a:schemeClr val="accent1"/>
                </a:solidFill>
                <a:latin typeface="IntelOne Text" panose="020B0503020203020204" pitchFamily="34" charset="77"/>
              </a:defRPr>
            </a:lvl1pPr>
            <a:lvl2pPr marL="457200" indent="0">
              <a:buNone/>
              <a:defRPr/>
            </a:lvl2pPr>
          </a:lstStyle>
          <a:p>
            <a:pPr lvl="0"/>
            <a:r>
              <a:rPr lang="en-US" dirty="0"/>
              <a:t>Click to edit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640080" y="1533842"/>
            <a:ext cx="5135880" cy="4684395"/>
          </a:xfrm>
        </p:spPr>
        <p:txBody>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hasCustomPrompt="1"/>
          </p:nvPr>
        </p:nvSpPr>
        <p:spPr>
          <a:xfrm>
            <a:off x="6416040" y="1533842"/>
            <a:ext cx="5135880" cy="4684395"/>
          </a:xfrm>
        </p:spPr>
        <p:txBody>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3398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 Content + Photo">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94338F-57B1-028F-1D5E-F452777222AD}"/>
              </a:ext>
            </a:extLst>
          </p:cNvPr>
          <p:cNvSpPr>
            <a:spLocks noGrp="1"/>
          </p:cNvSpPr>
          <p:nvPr>
            <p:ph type="title" hasCustomPrompt="1"/>
          </p:nvPr>
        </p:nvSpPr>
        <p:spPr>
          <a:xfrm>
            <a:off x="639763" y="347472"/>
            <a:ext cx="5136197" cy="640080"/>
          </a:xfrm>
        </p:spPr>
        <p:txBody>
          <a:bodyPr/>
          <a:lstStyle/>
          <a:p>
            <a:r>
              <a:rPr lang="en-US" dirty="0"/>
              <a:t>Click to edit title style</a:t>
            </a:r>
          </a:p>
        </p:txBody>
      </p:sp>
      <p:sp>
        <p:nvSpPr>
          <p:cNvPr id="8" name="Text Placeholder 5">
            <a:extLst>
              <a:ext uri="{FF2B5EF4-FFF2-40B4-BE49-F238E27FC236}">
                <a16:creationId xmlns:a16="http://schemas.microsoft.com/office/drawing/2014/main" id="{C4D1D699-1964-9A45-A892-EAAC949B8250}"/>
              </a:ext>
            </a:extLst>
          </p:cNvPr>
          <p:cNvSpPr>
            <a:spLocks noGrp="1"/>
          </p:cNvSpPr>
          <p:nvPr>
            <p:ph type="body" sz="quarter" idx="10" hasCustomPrompt="1"/>
          </p:nvPr>
        </p:nvSpPr>
        <p:spPr>
          <a:xfrm>
            <a:off x="639763" y="987552"/>
            <a:ext cx="5136197" cy="365760"/>
          </a:xfrm>
        </p:spPr>
        <p:txBody>
          <a:bodyPr anchor="ctr">
            <a:noAutofit/>
          </a:bodyPr>
          <a:lstStyle>
            <a:lvl1pPr marL="0" indent="0">
              <a:buNone/>
              <a:defRPr sz="2200">
                <a:solidFill>
                  <a:schemeClr val="accent1"/>
                </a:solidFill>
                <a:latin typeface="IntelOne Text" panose="020B0503020203020204" pitchFamily="34" charset="77"/>
              </a:defRPr>
            </a:lvl1pPr>
            <a:lvl2pPr marL="457200" indent="0">
              <a:buNone/>
              <a:defRPr/>
            </a:lvl2pPr>
          </a:lstStyle>
          <a:p>
            <a:pPr lvl="0"/>
            <a:r>
              <a:rPr lang="en-US" dirty="0"/>
              <a:t>Click to edit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639763" y="1533843"/>
            <a:ext cx="5136197" cy="4682807"/>
          </a:xfrm>
        </p:spPr>
        <p:txBody>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6416040" y="0"/>
            <a:ext cx="5775960" cy="6400799"/>
          </a:xfrm>
        </p:spPr>
        <p:txBody>
          <a:bodyPr anchor="ct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864242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 Content + 2 Photos">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3E60C93-847C-93D6-AE2E-10B0B166D56D}"/>
              </a:ext>
            </a:extLst>
          </p:cNvPr>
          <p:cNvSpPr>
            <a:spLocks noGrp="1"/>
          </p:cNvSpPr>
          <p:nvPr>
            <p:ph type="title" hasCustomPrompt="1"/>
          </p:nvPr>
        </p:nvSpPr>
        <p:spPr>
          <a:xfrm>
            <a:off x="639763" y="347472"/>
            <a:ext cx="5136197" cy="640080"/>
          </a:xfrm>
        </p:spPr>
        <p:txBody>
          <a:bodyPr/>
          <a:lstStyle/>
          <a:p>
            <a:r>
              <a:rPr lang="en-US" dirty="0"/>
              <a:t>Click to edit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hasCustomPrompt="1"/>
          </p:nvPr>
        </p:nvSpPr>
        <p:spPr>
          <a:xfrm>
            <a:off x="639763" y="987552"/>
            <a:ext cx="5136197" cy="365760"/>
          </a:xfrm>
        </p:spPr>
        <p:txBody>
          <a:bodyPr anchor="ctr">
            <a:noAutofit/>
          </a:bodyPr>
          <a:lstStyle>
            <a:lvl1pPr marL="0" indent="0">
              <a:buNone/>
              <a:defRPr sz="2200">
                <a:solidFill>
                  <a:schemeClr val="accent1"/>
                </a:solidFill>
                <a:latin typeface="IntelOne Text" panose="020B0503020203020204" pitchFamily="34" charset="77"/>
              </a:defRPr>
            </a:lvl1pPr>
            <a:lvl2pPr marL="457200" indent="0">
              <a:buNone/>
              <a:defRPr/>
            </a:lvl2pPr>
          </a:lstStyle>
          <a:p>
            <a:pPr lvl="0"/>
            <a:r>
              <a:rPr lang="en-US" dirty="0"/>
              <a:t>Click to edit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639763" y="1533844"/>
            <a:ext cx="5136197" cy="4682806"/>
          </a:xfrm>
        </p:spPr>
        <p:txBody>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6414452" y="347471"/>
            <a:ext cx="5136197" cy="2377440"/>
          </a:xfrm>
        </p:spPr>
        <p:txBody>
          <a:bodyPr anchor="ctr"/>
          <a:lstStyle>
            <a:lvl1pPr marL="0" indent="0" algn="ctr">
              <a:buNone/>
              <a:defRPr/>
            </a:lvl1pPr>
          </a:lstStyle>
          <a:p>
            <a:r>
              <a:rPr lang="en-US"/>
              <a:t>Click icon to add picture</a:t>
            </a:r>
            <a:endParaRPr lang="en-US" dirty="0"/>
          </a:p>
        </p:txBody>
      </p:sp>
      <p:sp>
        <p:nvSpPr>
          <p:cNvPr id="9" name="Text Placeholder 8">
            <a:extLst>
              <a:ext uri="{FF2B5EF4-FFF2-40B4-BE49-F238E27FC236}">
                <a16:creationId xmlns:a16="http://schemas.microsoft.com/office/drawing/2014/main" id="{49775C37-EE38-450C-8269-79E50F8E88A0}"/>
              </a:ext>
            </a:extLst>
          </p:cNvPr>
          <p:cNvSpPr>
            <a:spLocks noGrp="1"/>
          </p:cNvSpPr>
          <p:nvPr>
            <p:ph type="body" sz="quarter" idx="12" hasCustomPrompt="1"/>
          </p:nvPr>
        </p:nvSpPr>
        <p:spPr>
          <a:xfrm>
            <a:off x="6414452" y="2724909"/>
            <a:ext cx="5136197" cy="466347"/>
          </a:xfrm>
        </p:spPr>
        <p:txBody>
          <a:bodyPr tIns="91440" bIns="91440">
            <a:normAutofit/>
          </a:bodyPr>
          <a:lstStyle>
            <a:lvl1pPr marL="0" indent="0">
              <a:spcAft>
                <a:spcPts val="600"/>
              </a:spcAft>
              <a:buNone/>
              <a:defRPr sz="1400">
                <a:solidFill>
                  <a:schemeClr val="tx1"/>
                </a:solidFill>
              </a:defRPr>
            </a:lvl1pPr>
            <a:lvl2pPr marL="457200" indent="0">
              <a:buNone/>
              <a:defRPr/>
            </a:lvl2pPr>
          </a:lstStyle>
          <a:p>
            <a:pPr lvl="0"/>
            <a:r>
              <a:rPr lang="en-US" dirty="0"/>
              <a:t>Click to edit text styles</a:t>
            </a:r>
          </a:p>
        </p:txBody>
      </p:sp>
      <p:sp>
        <p:nvSpPr>
          <p:cNvPr id="10" name="Picture Placeholder 6">
            <a:extLst>
              <a:ext uri="{FF2B5EF4-FFF2-40B4-BE49-F238E27FC236}">
                <a16:creationId xmlns:a16="http://schemas.microsoft.com/office/drawing/2014/main" id="{7DC24117-8044-4F60-A59D-9F61002D6C8C}"/>
              </a:ext>
            </a:extLst>
          </p:cNvPr>
          <p:cNvSpPr>
            <a:spLocks noGrp="1"/>
          </p:cNvSpPr>
          <p:nvPr>
            <p:ph type="pic" sz="quarter" idx="13"/>
          </p:nvPr>
        </p:nvSpPr>
        <p:spPr>
          <a:xfrm>
            <a:off x="6414452" y="3372863"/>
            <a:ext cx="5136197" cy="2377440"/>
          </a:xfrm>
        </p:spPr>
        <p:txBody>
          <a:bodyPr anchor="ctr"/>
          <a:lstStyle>
            <a:lvl1pPr marL="0" indent="0" algn="ctr">
              <a:buNone/>
              <a:defRPr/>
            </a:lvl1pPr>
          </a:lstStyle>
          <a:p>
            <a:r>
              <a:rPr lang="en-US"/>
              <a:t>Click icon to add picture</a:t>
            </a:r>
            <a:endParaRPr lang="en-US" dirty="0"/>
          </a:p>
        </p:txBody>
      </p:sp>
      <p:sp>
        <p:nvSpPr>
          <p:cNvPr id="11" name="Text Placeholder 8">
            <a:extLst>
              <a:ext uri="{FF2B5EF4-FFF2-40B4-BE49-F238E27FC236}">
                <a16:creationId xmlns:a16="http://schemas.microsoft.com/office/drawing/2014/main" id="{205F9606-8CF6-4C56-B2B6-E8A04B25F11E}"/>
              </a:ext>
            </a:extLst>
          </p:cNvPr>
          <p:cNvSpPr>
            <a:spLocks noGrp="1"/>
          </p:cNvSpPr>
          <p:nvPr>
            <p:ph type="body" sz="quarter" idx="14" hasCustomPrompt="1"/>
          </p:nvPr>
        </p:nvSpPr>
        <p:spPr>
          <a:xfrm>
            <a:off x="6414452" y="5750302"/>
            <a:ext cx="5136197" cy="466347"/>
          </a:xfrm>
        </p:spPr>
        <p:txBody>
          <a:bodyPr tIns="91440" bIns="91440">
            <a:normAutofit/>
          </a:bodyPr>
          <a:lstStyle>
            <a:lvl1pPr marL="0" indent="0">
              <a:spcAft>
                <a:spcPts val="600"/>
              </a:spcAft>
              <a:buNone/>
              <a:defRPr sz="1400">
                <a:solidFill>
                  <a:schemeClr val="tx1"/>
                </a:solidFill>
              </a:defRPr>
            </a:lvl1pPr>
            <a:lvl2pPr marL="457200" indent="0">
              <a:buNone/>
              <a:defRPr/>
            </a:lvl2pPr>
          </a:lstStyle>
          <a:p>
            <a:pPr lvl="0"/>
            <a:r>
              <a:rPr lang="en-US" dirty="0"/>
              <a:t>Click to edit text styles</a:t>
            </a:r>
          </a:p>
        </p:txBody>
      </p:sp>
    </p:spTree>
    <p:extLst>
      <p:ext uri="{BB962C8B-B14F-4D97-AF65-F5344CB8AC3E}">
        <p14:creationId xmlns:p14="http://schemas.microsoft.com/office/powerpoint/2010/main" val="1817095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0" y="0"/>
            <a:ext cx="12192000" cy="6400799"/>
          </a:xfrm>
        </p:spPr>
        <p:txBody>
          <a:bodyPr anchor="ctr"/>
          <a:lstStyle>
            <a:lvl1pPr marL="0" indent="0" algn="ctr">
              <a:buNone/>
              <a:defRPr>
                <a:latin typeface="+mn-lt"/>
              </a:defRPr>
            </a:lvl1pPr>
          </a:lstStyle>
          <a:p>
            <a:r>
              <a:rPr lang="en-US"/>
              <a:t>Click icon to add picture</a:t>
            </a:r>
            <a:endParaRPr lang="en-US" dirty="0"/>
          </a:p>
        </p:txBody>
      </p:sp>
    </p:spTree>
    <p:extLst>
      <p:ext uri="{BB962C8B-B14F-4D97-AF65-F5344CB8AC3E}">
        <p14:creationId xmlns:p14="http://schemas.microsoft.com/office/powerpoint/2010/main" val="1191725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 Wide Photo">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0BD236-A5FE-B377-4D89-6CC4416BEC5F}"/>
              </a:ext>
            </a:extLst>
          </p:cNvPr>
          <p:cNvSpPr>
            <a:spLocks noGrp="1"/>
          </p:cNvSpPr>
          <p:nvPr>
            <p:ph type="title" hasCustomPrompt="1"/>
          </p:nvPr>
        </p:nvSpPr>
        <p:spPr/>
        <p:txBody>
          <a:bodyPr/>
          <a:lstStyle/>
          <a:p>
            <a:r>
              <a:rPr lang="en-US" dirty="0"/>
              <a:t>Click to edit title style</a:t>
            </a:r>
          </a:p>
        </p:txBody>
      </p:sp>
      <p:sp>
        <p:nvSpPr>
          <p:cNvPr id="2" name="Picture Placeholder 6">
            <a:extLst>
              <a:ext uri="{FF2B5EF4-FFF2-40B4-BE49-F238E27FC236}">
                <a16:creationId xmlns:a16="http://schemas.microsoft.com/office/drawing/2014/main" id="{E28CC3DB-32C1-9267-C415-1682E5B10D80}"/>
              </a:ext>
            </a:extLst>
          </p:cNvPr>
          <p:cNvSpPr>
            <a:spLocks noGrp="1"/>
          </p:cNvSpPr>
          <p:nvPr>
            <p:ph type="pic" sz="quarter" idx="11"/>
          </p:nvPr>
        </p:nvSpPr>
        <p:spPr>
          <a:xfrm>
            <a:off x="0" y="1352550"/>
            <a:ext cx="12192000" cy="5048249"/>
          </a:xfrm>
        </p:spPr>
        <p:txBody>
          <a:bodyPr anchor="ctr"/>
          <a:lstStyle>
            <a:lvl1pPr marL="0" indent="0" algn="ctr">
              <a:buNone/>
              <a:defRPr>
                <a:latin typeface="+mn-lt"/>
              </a:defRPr>
            </a:lvl1pPr>
          </a:lstStyle>
          <a:p>
            <a:r>
              <a:rPr lang="en-US"/>
              <a:t>Click icon to add picture</a:t>
            </a:r>
            <a:endParaRPr lang="en-US" dirty="0"/>
          </a:p>
        </p:txBody>
      </p:sp>
    </p:spTree>
    <p:extLst>
      <p:ext uri="{BB962C8B-B14F-4D97-AF65-F5344CB8AC3E}">
        <p14:creationId xmlns:p14="http://schemas.microsoft.com/office/powerpoint/2010/main" val="15582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hoto + Left Title Spark">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C1D5899-2B9E-5D25-F726-760571B26364}"/>
              </a:ext>
            </a:extLst>
          </p:cNvPr>
          <p:cNvSpPr/>
          <p:nvPr userDrawn="1"/>
        </p:nvSpPr>
        <p:spPr>
          <a:xfrm>
            <a:off x="3" y="0"/>
            <a:ext cx="12191994" cy="64007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31" name="Title 30">
            <a:extLst>
              <a:ext uri="{FF2B5EF4-FFF2-40B4-BE49-F238E27FC236}">
                <a16:creationId xmlns:a16="http://schemas.microsoft.com/office/drawing/2014/main" id="{6A69887A-DD77-9546-AE4E-B9C0617A294D}"/>
              </a:ext>
            </a:extLst>
          </p:cNvPr>
          <p:cNvSpPr>
            <a:spLocks noGrp="1"/>
          </p:cNvSpPr>
          <p:nvPr>
            <p:ph type="title" hasCustomPrompt="1"/>
          </p:nvPr>
        </p:nvSpPr>
        <p:spPr>
          <a:xfrm>
            <a:off x="712250" y="1371599"/>
            <a:ext cx="3657601" cy="3657601"/>
          </a:xfrm>
          <a:solidFill>
            <a:schemeClr val="accent1"/>
          </a:solidFill>
        </p:spPr>
        <p:txBody>
          <a:bodyPr lIns="182880" tIns="182880" rIns="182880" bIns="182880" anchor="ctr"/>
          <a:lstStyle>
            <a:lvl1pPr algn="ctr">
              <a:defRPr>
                <a:solidFill>
                  <a:schemeClr val="bg1"/>
                </a:solidFill>
              </a:defRPr>
            </a:lvl1pPr>
          </a:lstStyle>
          <a:p>
            <a:r>
              <a:rPr lang="en-US" dirty="0"/>
              <a:t>Click to edit title style</a:t>
            </a:r>
          </a:p>
        </p:txBody>
      </p:sp>
      <p:sp>
        <p:nvSpPr>
          <p:cNvPr id="29" name="Rectangle 28">
            <a:extLst>
              <a:ext uri="{FF2B5EF4-FFF2-40B4-BE49-F238E27FC236}">
                <a16:creationId xmlns:a16="http://schemas.microsoft.com/office/drawing/2014/main" id="{32AD1F6E-6AFC-AC91-D952-A8CB5AD405FC}"/>
              </a:ext>
            </a:extLst>
          </p:cNvPr>
          <p:cNvSpPr/>
          <p:nvPr userDrawn="1"/>
        </p:nvSpPr>
        <p:spPr>
          <a:xfrm>
            <a:off x="241988" y="5029200"/>
            <a:ext cx="470263" cy="470263"/>
          </a:xfrm>
          <a:prstGeom prst="rect">
            <a:avLst/>
          </a:prstGeom>
          <a:solidFill>
            <a:srgbClr val="004A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30" name="Rectangle 29">
            <a:extLst>
              <a:ext uri="{FF2B5EF4-FFF2-40B4-BE49-F238E27FC236}">
                <a16:creationId xmlns:a16="http://schemas.microsoft.com/office/drawing/2014/main" id="{18F1BE65-F2AE-9E27-36A5-2D3DF330AF32}"/>
              </a:ext>
            </a:extLst>
          </p:cNvPr>
          <p:cNvSpPr/>
          <p:nvPr userDrawn="1"/>
        </p:nvSpPr>
        <p:spPr>
          <a:xfrm>
            <a:off x="3" y="4787214"/>
            <a:ext cx="241985" cy="241985"/>
          </a:xfrm>
          <a:prstGeom prst="rect">
            <a:avLst/>
          </a:prstGeom>
          <a:solidFill>
            <a:srgbClr val="00A3F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3" name="Picture Placeholder 2">
            <a:extLst>
              <a:ext uri="{FF2B5EF4-FFF2-40B4-BE49-F238E27FC236}">
                <a16:creationId xmlns:a16="http://schemas.microsoft.com/office/drawing/2014/main" id="{A687F9FD-D9BA-C8B1-8798-E3C55C0565AA}"/>
              </a:ext>
            </a:extLst>
          </p:cNvPr>
          <p:cNvSpPr>
            <a:spLocks noGrp="1"/>
          </p:cNvSpPr>
          <p:nvPr>
            <p:ph type="pic" sz="quarter" idx="11"/>
          </p:nvPr>
        </p:nvSpPr>
        <p:spPr>
          <a:xfrm>
            <a:off x="3" y="0"/>
            <a:ext cx="12191997" cy="6400799"/>
          </a:xfrm>
          <a:custGeom>
            <a:avLst/>
            <a:gdLst>
              <a:gd name="connsiteX0" fmla="*/ 241985 w 12191997"/>
              <a:gd name="connsiteY0" fmla="*/ 5029200 h 6400799"/>
              <a:gd name="connsiteX1" fmla="*/ 241985 w 12191997"/>
              <a:gd name="connsiteY1" fmla="*/ 5499463 h 6400799"/>
              <a:gd name="connsiteX2" fmla="*/ 712248 w 12191997"/>
              <a:gd name="connsiteY2" fmla="*/ 5499463 h 6400799"/>
              <a:gd name="connsiteX3" fmla="*/ 712248 w 12191997"/>
              <a:gd name="connsiteY3" fmla="*/ 5029200 h 6400799"/>
              <a:gd name="connsiteX4" fmla="*/ 712249 w 12191997"/>
              <a:gd name="connsiteY4" fmla="*/ 1371600 h 6400799"/>
              <a:gd name="connsiteX5" fmla="*/ 712249 w 12191997"/>
              <a:gd name="connsiteY5" fmla="*/ 5029200 h 6400799"/>
              <a:gd name="connsiteX6" fmla="*/ 4369848 w 12191997"/>
              <a:gd name="connsiteY6" fmla="*/ 5029200 h 6400799"/>
              <a:gd name="connsiteX7" fmla="*/ 4369848 w 12191997"/>
              <a:gd name="connsiteY7" fmla="*/ 1371600 h 6400799"/>
              <a:gd name="connsiteX8" fmla="*/ 0 w 12191997"/>
              <a:gd name="connsiteY8" fmla="*/ 0 h 6400799"/>
              <a:gd name="connsiteX9" fmla="*/ 11479747 w 12191997"/>
              <a:gd name="connsiteY9" fmla="*/ 0 h 6400799"/>
              <a:gd name="connsiteX10" fmla="*/ 11734798 w 12191997"/>
              <a:gd name="connsiteY10" fmla="*/ 0 h 6400799"/>
              <a:gd name="connsiteX11" fmla="*/ 12191997 w 12191997"/>
              <a:gd name="connsiteY11" fmla="*/ 0 h 6400799"/>
              <a:gd name="connsiteX12" fmla="*/ 12191997 w 12191997"/>
              <a:gd name="connsiteY12" fmla="*/ 6400799 h 6400799"/>
              <a:gd name="connsiteX13" fmla="*/ 11734798 w 12191997"/>
              <a:gd name="connsiteY13" fmla="*/ 6400799 h 6400799"/>
              <a:gd name="connsiteX14" fmla="*/ 11479747 w 12191997"/>
              <a:gd name="connsiteY14" fmla="*/ 6400799 h 6400799"/>
              <a:gd name="connsiteX15" fmla="*/ 0 w 12191997"/>
              <a:gd name="connsiteY15" fmla="*/ 6400799 h 6400799"/>
              <a:gd name="connsiteX16" fmla="*/ 0 w 12191997"/>
              <a:gd name="connsiteY16" fmla="*/ 5029199 h 6400799"/>
              <a:gd name="connsiteX17" fmla="*/ 241985 w 12191997"/>
              <a:gd name="connsiteY17" fmla="*/ 5029199 h 6400799"/>
              <a:gd name="connsiteX18" fmla="*/ 241985 w 12191997"/>
              <a:gd name="connsiteY18" fmla="*/ 4787214 h 6400799"/>
              <a:gd name="connsiteX19" fmla="*/ 0 w 12191997"/>
              <a:gd name="connsiteY19" fmla="*/ 4787214 h 640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1997" h="6400799">
                <a:moveTo>
                  <a:pt x="241985" y="5029200"/>
                </a:moveTo>
                <a:lnTo>
                  <a:pt x="241985" y="5499463"/>
                </a:lnTo>
                <a:lnTo>
                  <a:pt x="712248" y="5499463"/>
                </a:lnTo>
                <a:lnTo>
                  <a:pt x="712248" y="5029200"/>
                </a:lnTo>
                <a:close/>
                <a:moveTo>
                  <a:pt x="712249" y="1371600"/>
                </a:moveTo>
                <a:lnTo>
                  <a:pt x="712249" y="5029200"/>
                </a:lnTo>
                <a:lnTo>
                  <a:pt x="4369848" y="5029200"/>
                </a:lnTo>
                <a:lnTo>
                  <a:pt x="4369848" y="1371600"/>
                </a:lnTo>
                <a:close/>
                <a:moveTo>
                  <a:pt x="0" y="0"/>
                </a:moveTo>
                <a:lnTo>
                  <a:pt x="11479747" y="0"/>
                </a:lnTo>
                <a:lnTo>
                  <a:pt x="11734798" y="0"/>
                </a:lnTo>
                <a:lnTo>
                  <a:pt x="12191997" y="0"/>
                </a:lnTo>
                <a:lnTo>
                  <a:pt x="12191997" y="6400799"/>
                </a:lnTo>
                <a:lnTo>
                  <a:pt x="11734798" y="6400799"/>
                </a:lnTo>
                <a:lnTo>
                  <a:pt x="11479747" y="6400799"/>
                </a:lnTo>
                <a:lnTo>
                  <a:pt x="0" y="6400799"/>
                </a:lnTo>
                <a:lnTo>
                  <a:pt x="0" y="5029199"/>
                </a:lnTo>
                <a:lnTo>
                  <a:pt x="241985" y="5029199"/>
                </a:lnTo>
                <a:lnTo>
                  <a:pt x="241985" y="4787214"/>
                </a:lnTo>
                <a:lnTo>
                  <a:pt x="0" y="4787214"/>
                </a:lnTo>
                <a:close/>
              </a:path>
            </a:pathLst>
          </a:custGeom>
        </p:spPr>
        <p:txBody>
          <a:bodyPr wrap="square" anchor="ctr">
            <a:noAutofit/>
          </a:bodyPr>
          <a:lstStyle>
            <a:lvl1pPr marL="0" indent="0" algn="ctr">
              <a:buNone/>
              <a:defRPr>
                <a:solidFill>
                  <a:schemeClr val="bg1"/>
                </a:solidFill>
                <a:latin typeface="+mn-lt"/>
              </a:defRPr>
            </a:lvl1pPr>
          </a:lstStyle>
          <a:p>
            <a:r>
              <a:rPr lang="en-US"/>
              <a:t>Click icon to add picture</a:t>
            </a:r>
            <a:endParaRPr lang="en-US" dirty="0"/>
          </a:p>
        </p:txBody>
      </p:sp>
    </p:spTree>
    <p:extLst>
      <p:ext uri="{BB962C8B-B14F-4D97-AF65-F5344CB8AC3E}">
        <p14:creationId xmlns:p14="http://schemas.microsoft.com/office/powerpoint/2010/main" val="864025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hoto + Right Title Sp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A4F3B6E-D05E-E4F6-DC76-31639E847BA7}"/>
              </a:ext>
            </a:extLst>
          </p:cNvPr>
          <p:cNvSpPr/>
          <p:nvPr userDrawn="1"/>
        </p:nvSpPr>
        <p:spPr>
          <a:xfrm>
            <a:off x="0" y="0"/>
            <a:ext cx="12191995" cy="64007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6" name="Title 30">
            <a:extLst>
              <a:ext uri="{FF2B5EF4-FFF2-40B4-BE49-F238E27FC236}">
                <a16:creationId xmlns:a16="http://schemas.microsoft.com/office/drawing/2014/main" id="{EB2A2752-ACB8-2582-F75D-5593DC921BB4}"/>
              </a:ext>
            </a:extLst>
          </p:cNvPr>
          <p:cNvSpPr>
            <a:spLocks noGrp="1"/>
          </p:cNvSpPr>
          <p:nvPr>
            <p:ph type="title" hasCustomPrompt="1"/>
          </p:nvPr>
        </p:nvSpPr>
        <p:spPr>
          <a:xfrm>
            <a:off x="7822149" y="1371599"/>
            <a:ext cx="3657601" cy="3657601"/>
          </a:xfrm>
          <a:solidFill>
            <a:schemeClr val="accent1"/>
          </a:solidFill>
        </p:spPr>
        <p:txBody>
          <a:bodyPr lIns="182880" tIns="182880" rIns="182880" bIns="182880" anchor="ctr"/>
          <a:lstStyle>
            <a:lvl1pPr algn="ctr">
              <a:defRPr>
                <a:solidFill>
                  <a:schemeClr val="bg1"/>
                </a:solidFill>
              </a:defRPr>
            </a:lvl1pPr>
          </a:lstStyle>
          <a:p>
            <a:r>
              <a:rPr lang="en-US" dirty="0"/>
              <a:t>Click to edit title style</a:t>
            </a:r>
          </a:p>
        </p:txBody>
      </p:sp>
      <p:sp>
        <p:nvSpPr>
          <p:cNvPr id="4" name="Rectangle 3">
            <a:extLst>
              <a:ext uri="{FF2B5EF4-FFF2-40B4-BE49-F238E27FC236}">
                <a16:creationId xmlns:a16="http://schemas.microsoft.com/office/drawing/2014/main" id="{2DEF3002-6F26-3F97-964D-49A0F18642A5}"/>
              </a:ext>
            </a:extLst>
          </p:cNvPr>
          <p:cNvSpPr/>
          <p:nvPr userDrawn="1"/>
        </p:nvSpPr>
        <p:spPr>
          <a:xfrm>
            <a:off x="11479750" y="5029200"/>
            <a:ext cx="470263" cy="470263"/>
          </a:xfrm>
          <a:prstGeom prst="rect">
            <a:avLst/>
          </a:prstGeom>
          <a:solidFill>
            <a:srgbClr val="004A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5" name="Rectangle 4">
            <a:extLst>
              <a:ext uri="{FF2B5EF4-FFF2-40B4-BE49-F238E27FC236}">
                <a16:creationId xmlns:a16="http://schemas.microsoft.com/office/drawing/2014/main" id="{0ABAFF7B-53E6-A6F9-54BA-3FC1B58686E4}"/>
              </a:ext>
            </a:extLst>
          </p:cNvPr>
          <p:cNvSpPr/>
          <p:nvPr userDrawn="1"/>
        </p:nvSpPr>
        <p:spPr>
          <a:xfrm>
            <a:off x="11950013" y="4787214"/>
            <a:ext cx="241985" cy="241985"/>
          </a:xfrm>
          <a:prstGeom prst="rect">
            <a:avLst/>
          </a:prstGeom>
          <a:solidFill>
            <a:srgbClr val="00A3F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8" name="Picture Placeholder 7">
            <a:extLst>
              <a:ext uri="{FF2B5EF4-FFF2-40B4-BE49-F238E27FC236}">
                <a16:creationId xmlns:a16="http://schemas.microsoft.com/office/drawing/2014/main" id="{29805D81-4895-0090-8095-3DF72D3312B8}"/>
              </a:ext>
            </a:extLst>
          </p:cNvPr>
          <p:cNvSpPr>
            <a:spLocks noGrp="1"/>
          </p:cNvSpPr>
          <p:nvPr>
            <p:ph type="pic" sz="quarter" idx="11"/>
          </p:nvPr>
        </p:nvSpPr>
        <p:spPr>
          <a:xfrm>
            <a:off x="0" y="0"/>
            <a:ext cx="12191998" cy="6400799"/>
          </a:xfrm>
          <a:custGeom>
            <a:avLst/>
            <a:gdLst>
              <a:gd name="connsiteX0" fmla="*/ 7822150 w 12191998"/>
              <a:gd name="connsiteY0" fmla="*/ 1371600 h 6400799"/>
              <a:gd name="connsiteX1" fmla="*/ 7822150 w 12191998"/>
              <a:gd name="connsiteY1" fmla="*/ 5029200 h 6400799"/>
              <a:gd name="connsiteX2" fmla="*/ 11479750 w 12191998"/>
              <a:gd name="connsiteY2" fmla="*/ 5029200 h 6400799"/>
              <a:gd name="connsiteX3" fmla="*/ 11479750 w 12191998"/>
              <a:gd name="connsiteY3" fmla="*/ 5499463 h 6400799"/>
              <a:gd name="connsiteX4" fmla="*/ 11950013 w 12191998"/>
              <a:gd name="connsiteY4" fmla="*/ 5499463 h 6400799"/>
              <a:gd name="connsiteX5" fmla="*/ 11950013 w 12191998"/>
              <a:gd name="connsiteY5" fmla="*/ 5029200 h 6400799"/>
              <a:gd name="connsiteX6" fmla="*/ 11479750 w 12191998"/>
              <a:gd name="connsiteY6" fmla="*/ 5029200 h 6400799"/>
              <a:gd name="connsiteX7" fmla="*/ 11479750 w 12191998"/>
              <a:gd name="connsiteY7" fmla="*/ 1371600 h 6400799"/>
              <a:gd name="connsiteX8" fmla="*/ 0 w 12191998"/>
              <a:gd name="connsiteY8" fmla="*/ 0 h 6400799"/>
              <a:gd name="connsiteX9" fmla="*/ 457200 w 12191998"/>
              <a:gd name="connsiteY9" fmla="*/ 0 h 6400799"/>
              <a:gd name="connsiteX10" fmla="*/ 1393371 w 12191998"/>
              <a:gd name="connsiteY10" fmla="*/ 0 h 6400799"/>
              <a:gd name="connsiteX11" fmla="*/ 12191998 w 12191998"/>
              <a:gd name="connsiteY11" fmla="*/ 0 h 6400799"/>
              <a:gd name="connsiteX12" fmla="*/ 12191998 w 12191998"/>
              <a:gd name="connsiteY12" fmla="*/ 4787214 h 6400799"/>
              <a:gd name="connsiteX13" fmla="*/ 11950013 w 12191998"/>
              <a:gd name="connsiteY13" fmla="*/ 4787214 h 6400799"/>
              <a:gd name="connsiteX14" fmla="*/ 11950013 w 12191998"/>
              <a:gd name="connsiteY14" fmla="*/ 5029199 h 6400799"/>
              <a:gd name="connsiteX15" fmla="*/ 12191998 w 12191998"/>
              <a:gd name="connsiteY15" fmla="*/ 5029199 h 6400799"/>
              <a:gd name="connsiteX16" fmla="*/ 12191998 w 12191998"/>
              <a:gd name="connsiteY16" fmla="*/ 6400799 h 6400799"/>
              <a:gd name="connsiteX17" fmla="*/ 1393371 w 12191998"/>
              <a:gd name="connsiteY17" fmla="*/ 6400799 h 6400799"/>
              <a:gd name="connsiteX18" fmla="*/ 457200 w 12191998"/>
              <a:gd name="connsiteY18" fmla="*/ 6400799 h 6400799"/>
              <a:gd name="connsiteX19" fmla="*/ 0 w 12191998"/>
              <a:gd name="connsiteY19" fmla="*/ 6400799 h 640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1998" h="6400799">
                <a:moveTo>
                  <a:pt x="7822150" y="1371600"/>
                </a:moveTo>
                <a:lnTo>
                  <a:pt x="7822150" y="5029200"/>
                </a:lnTo>
                <a:lnTo>
                  <a:pt x="11479750" y="5029200"/>
                </a:lnTo>
                <a:lnTo>
                  <a:pt x="11479750" y="5499463"/>
                </a:lnTo>
                <a:lnTo>
                  <a:pt x="11950013" y="5499463"/>
                </a:lnTo>
                <a:lnTo>
                  <a:pt x="11950013" y="5029200"/>
                </a:lnTo>
                <a:lnTo>
                  <a:pt x="11479750" y="5029200"/>
                </a:lnTo>
                <a:lnTo>
                  <a:pt x="11479750" y="1371600"/>
                </a:lnTo>
                <a:close/>
                <a:moveTo>
                  <a:pt x="0" y="0"/>
                </a:moveTo>
                <a:lnTo>
                  <a:pt x="457200" y="0"/>
                </a:lnTo>
                <a:lnTo>
                  <a:pt x="1393371" y="0"/>
                </a:lnTo>
                <a:lnTo>
                  <a:pt x="12191998" y="0"/>
                </a:lnTo>
                <a:lnTo>
                  <a:pt x="12191998" y="4787214"/>
                </a:lnTo>
                <a:lnTo>
                  <a:pt x="11950013" y="4787214"/>
                </a:lnTo>
                <a:lnTo>
                  <a:pt x="11950013" y="5029199"/>
                </a:lnTo>
                <a:lnTo>
                  <a:pt x="12191998" y="5029199"/>
                </a:lnTo>
                <a:lnTo>
                  <a:pt x="12191998" y="6400799"/>
                </a:lnTo>
                <a:lnTo>
                  <a:pt x="1393371" y="6400799"/>
                </a:lnTo>
                <a:lnTo>
                  <a:pt x="457200" y="6400799"/>
                </a:lnTo>
                <a:lnTo>
                  <a:pt x="0" y="6400799"/>
                </a:lnTo>
                <a:close/>
              </a:path>
            </a:pathLst>
          </a:custGeom>
        </p:spPr>
        <p:txBody>
          <a:bodyPr wrap="square" anchor="ctr">
            <a:noAutofit/>
          </a:bodyPr>
          <a:lstStyle>
            <a:lvl1pPr marL="0" indent="0" algn="ctr">
              <a:buNone/>
              <a:defRPr>
                <a:solidFill>
                  <a:schemeClr val="bg1"/>
                </a:solidFill>
                <a:latin typeface="+mn-lt"/>
              </a:defRPr>
            </a:lvl1pPr>
          </a:lstStyle>
          <a:p>
            <a:r>
              <a:rPr lang="en-US"/>
              <a:t>Click icon to add picture</a:t>
            </a:r>
            <a:endParaRPr lang="en-US" dirty="0"/>
          </a:p>
        </p:txBody>
      </p:sp>
    </p:spTree>
    <p:extLst>
      <p:ext uri="{BB962C8B-B14F-4D97-AF65-F5344CB8AC3E}">
        <p14:creationId xmlns:p14="http://schemas.microsoft.com/office/powerpoint/2010/main" val="513400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028E64-EFB2-8910-EFCC-9E44502D4C21}"/>
              </a:ext>
            </a:extLst>
          </p:cNvPr>
          <p:cNvSpPr/>
          <p:nvPr userDrawn="1"/>
        </p:nvSpPr>
        <p:spPr>
          <a:xfrm>
            <a:off x="639763" y="457200"/>
            <a:ext cx="10912475" cy="504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11" name="Freeform: Shape 10">
            <a:extLst>
              <a:ext uri="{FF2B5EF4-FFF2-40B4-BE49-F238E27FC236}">
                <a16:creationId xmlns:a16="http://schemas.microsoft.com/office/drawing/2014/main" id="{820FEEF8-EEF8-B9B5-810C-8AD016F350BB}"/>
              </a:ext>
            </a:extLst>
          </p:cNvPr>
          <p:cNvSpPr/>
          <p:nvPr userDrawn="1"/>
        </p:nvSpPr>
        <p:spPr>
          <a:xfrm>
            <a:off x="639763" y="457200"/>
            <a:ext cx="10912475" cy="5049333"/>
          </a:xfrm>
          <a:custGeom>
            <a:avLst/>
            <a:gdLst>
              <a:gd name="connsiteX0" fmla="*/ 36577 w 10912475"/>
              <a:gd name="connsiteY0" fmla="*/ 36577 h 5049333"/>
              <a:gd name="connsiteX1" fmla="*/ 36577 w 10912475"/>
              <a:gd name="connsiteY1" fmla="*/ 5012757 h 5049333"/>
              <a:gd name="connsiteX2" fmla="*/ 10875899 w 10912475"/>
              <a:gd name="connsiteY2" fmla="*/ 5012757 h 5049333"/>
              <a:gd name="connsiteX3" fmla="*/ 10875899 w 10912475"/>
              <a:gd name="connsiteY3" fmla="*/ 36577 h 5049333"/>
              <a:gd name="connsiteX4" fmla="*/ 0 w 10912475"/>
              <a:gd name="connsiteY4" fmla="*/ 0 h 5049333"/>
              <a:gd name="connsiteX5" fmla="*/ 10912475 w 10912475"/>
              <a:gd name="connsiteY5" fmla="*/ 0 h 5049333"/>
              <a:gd name="connsiteX6" fmla="*/ 10912475 w 10912475"/>
              <a:gd name="connsiteY6" fmla="*/ 5049333 h 5049333"/>
              <a:gd name="connsiteX7" fmla="*/ 0 w 10912475"/>
              <a:gd name="connsiteY7" fmla="*/ 5049333 h 5049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2475" h="5049333">
                <a:moveTo>
                  <a:pt x="36577" y="36577"/>
                </a:moveTo>
                <a:lnTo>
                  <a:pt x="36577" y="5012757"/>
                </a:lnTo>
                <a:lnTo>
                  <a:pt x="10875899" y="5012757"/>
                </a:lnTo>
                <a:lnTo>
                  <a:pt x="10875899" y="36577"/>
                </a:lnTo>
                <a:close/>
                <a:moveTo>
                  <a:pt x="0" y="0"/>
                </a:moveTo>
                <a:lnTo>
                  <a:pt x="10912475" y="0"/>
                </a:lnTo>
                <a:lnTo>
                  <a:pt x="10912475" y="5049333"/>
                </a:lnTo>
                <a:lnTo>
                  <a:pt x="0" y="504933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12" name="Text Placeholder 3">
            <a:extLst>
              <a:ext uri="{FF2B5EF4-FFF2-40B4-BE49-F238E27FC236}">
                <a16:creationId xmlns:a16="http://schemas.microsoft.com/office/drawing/2014/main" id="{FACB7C02-25A3-B9BE-2326-650C4C0650EB}"/>
              </a:ext>
            </a:extLst>
          </p:cNvPr>
          <p:cNvSpPr>
            <a:spLocks noGrp="1"/>
          </p:cNvSpPr>
          <p:nvPr>
            <p:ph type="body" sz="quarter" idx="10" hasCustomPrompt="1"/>
          </p:nvPr>
        </p:nvSpPr>
        <p:spPr>
          <a:xfrm>
            <a:off x="1133539" y="950976"/>
            <a:ext cx="9921748" cy="4061782"/>
          </a:xfrm>
        </p:spPr>
        <p:txBody>
          <a:bodyPr lIns="0" tIns="0" rIns="0" bIns="0" anchor="ctr">
            <a:normAutofit/>
          </a:bodyPr>
          <a:lstStyle>
            <a:lvl1pPr marL="0" indent="0" algn="ctr">
              <a:lnSpc>
                <a:spcPct val="125000"/>
              </a:lnSpc>
              <a:buNone/>
              <a:defRPr sz="6000" b="0" i="0">
                <a:solidFill>
                  <a:schemeClr val="tx1"/>
                </a:solidFill>
                <a:latin typeface="+mj-lt"/>
              </a:defRPr>
            </a:lvl1pPr>
          </a:lstStyle>
          <a:p>
            <a:pPr lvl="0"/>
            <a:r>
              <a:rPr lang="en-US" dirty="0"/>
              <a:t>Click to edit text styles</a:t>
            </a:r>
          </a:p>
        </p:txBody>
      </p:sp>
      <p:sp>
        <p:nvSpPr>
          <p:cNvPr id="8" name="Text Placeholder 5">
            <a:extLst>
              <a:ext uri="{FF2B5EF4-FFF2-40B4-BE49-F238E27FC236}">
                <a16:creationId xmlns:a16="http://schemas.microsoft.com/office/drawing/2014/main" id="{036CFF80-799B-5C54-B9EF-54EF6F60A619}"/>
              </a:ext>
            </a:extLst>
          </p:cNvPr>
          <p:cNvSpPr>
            <a:spLocks noGrp="1"/>
          </p:cNvSpPr>
          <p:nvPr>
            <p:ph type="body" sz="quarter" idx="11" hasCustomPrompt="1"/>
          </p:nvPr>
        </p:nvSpPr>
        <p:spPr>
          <a:xfrm>
            <a:off x="1133539" y="5643694"/>
            <a:ext cx="9921748" cy="572955"/>
          </a:xfrm>
        </p:spPr>
        <p:txBody>
          <a:bodyPr lIns="0" tIns="0" rIns="0" bIns="0" anchor="ctr">
            <a:noAutofit/>
          </a:bodyPr>
          <a:lstStyle>
            <a:lvl1pPr marL="0" indent="0" algn="r">
              <a:spcAft>
                <a:spcPts val="0"/>
              </a:spcAft>
              <a:buNone/>
              <a:defRPr sz="1800">
                <a:solidFill>
                  <a:schemeClr val="tx1"/>
                </a:solidFill>
                <a:latin typeface="+mn-lt"/>
              </a:defRPr>
            </a:lvl1pPr>
          </a:lstStyle>
          <a:p>
            <a:pPr lvl="0"/>
            <a:r>
              <a:rPr lang="en-US" dirty="0"/>
              <a:t>Click to edit text styles</a:t>
            </a:r>
          </a:p>
        </p:txBody>
      </p:sp>
      <p:sp>
        <p:nvSpPr>
          <p:cNvPr id="2" name="Rectangle 1">
            <a:extLst>
              <a:ext uri="{FF2B5EF4-FFF2-40B4-BE49-F238E27FC236}">
                <a16:creationId xmlns:a16="http://schemas.microsoft.com/office/drawing/2014/main" id="{D931D666-096E-9895-E872-07B935D55522}"/>
              </a:ext>
            </a:extLst>
          </p:cNvPr>
          <p:cNvSpPr/>
          <p:nvPr userDrawn="1"/>
        </p:nvSpPr>
        <p:spPr>
          <a:xfrm>
            <a:off x="0" y="457200"/>
            <a:ext cx="457199" cy="457199"/>
          </a:xfrm>
          <a:prstGeom prst="rect">
            <a:avLst/>
          </a:prstGeom>
          <a:solidFill>
            <a:srgbClr val="004A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3" name="Rectangle 2">
            <a:extLst>
              <a:ext uri="{FF2B5EF4-FFF2-40B4-BE49-F238E27FC236}">
                <a16:creationId xmlns:a16="http://schemas.microsoft.com/office/drawing/2014/main" id="{C6EA900C-C742-44E2-853A-067D38863FC2}"/>
              </a:ext>
            </a:extLst>
          </p:cNvPr>
          <p:cNvSpPr/>
          <p:nvPr userDrawn="1"/>
        </p:nvSpPr>
        <p:spPr>
          <a:xfrm>
            <a:off x="457200" y="274638"/>
            <a:ext cx="182562" cy="182562"/>
          </a:xfrm>
          <a:prstGeom prst="rect">
            <a:avLst/>
          </a:prstGeom>
          <a:solidFill>
            <a:srgbClr val="76C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7" name="Freeform: Shape 6">
            <a:extLst>
              <a:ext uri="{FF2B5EF4-FFF2-40B4-BE49-F238E27FC236}">
                <a16:creationId xmlns:a16="http://schemas.microsoft.com/office/drawing/2014/main" id="{936F5504-2706-9C7A-A652-3E27C22A5923}"/>
              </a:ext>
            </a:extLst>
          </p:cNvPr>
          <p:cNvSpPr/>
          <p:nvPr userDrawn="1"/>
        </p:nvSpPr>
        <p:spPr>
          <a:xfrm>
            <a:off x="11552240" y="5506533"/>
            <a:ext cx="365124" cy="365124"/>
          </a:xfrm>
          <a:custGeom>
            <a:avLst/>
            <a:gdLst>
              <a:gd name="connsiteX0" fmla="*/ 36576 w 365124"/>
              <a:gd name="connsiteY0" fmla="*/ 36576 h 365124"/>
              <a:gd name="connsiteX1" fmla="*/ 36576 w 365124"/>
              <a:gd name="connsiteY1" fmla="*/ 328548 h 365124"/>
              <a:gd name="connsiteX2" fmla="*/ 328548 w 365124"/>
              <a:gd name="connsiteY2" fmla="*/ 328548 h 365124"/>
              <a:gd name="connsiteX3" fmla="*/ 328548 w 365124"/>
              <a:gd name="connsiteY3" fmla="*/ 36576 h 365124"/>
              <a:gd name="connsiteX4" fmla="*/ 0 w 365124"/>
              <a:gd name="connsiteY4" fmla="*/ 0 h 365124"/>
              <a:gd name="connsiteX5" fmla="*/ 365124 w 365124"/>
              <a:gd name="connsiteY5" fmla="*/ 0 h 365124"/>
              <a:gd name="connsiteX6" fmla="*/ 365124 w 365124"/>
              <a:gd name="connsiteY6" fmla="*/ 365124 h 365124"/>
              <a:gd name="connsiteX7" fmla="*/ 0 w 365124"/>
              <a:gd name="connsiteY7" fmla="*/ 365124 h 365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124" h="365124">
                <a:moveTo>
                  <a:pt x="36576" y="36576"/>
                </a:moveTo>
                <a:lnTo>
                  <a:pt x="36576" y="328548"/>
                </a:lnTo>
                <a:lnTo>
                  <a:pt x="328548" y="328548"/>
                </a:lnTo>
                <a:lnTo>
                  <a:pt x="328548" y="36576"/>
                </a:lnTo>
                <a:close/>
                <a:moveTo>
                  <a:pt x="0" y="0"/>
                </a:moveTo>
                <a:lnTo>
                  <a:pt x="365124" y="0"/>
                </a:lnTo>
                <a:lnTo>
                  <a:pt x="365124" y="365124"/>
                </a:lnTo>
                <a:lnTo>
                  <a:pt x="0" y="365124"/>
                </a:lnTo>
                <a:close/>
              </a:path>
            </a:pathLst>
          </a:custGeom>
          <a:solidFill>
            <a:srgbClr val="00A3F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Tree>
    <p:extLst>
      <p:ext uri="{BB962C8B-B14F-4D97-AF65-F5344CB8AC3E}">
        <p14:creationId xmlns:p14="http://schemas.microsoft.com/office/powerpoint/2010/main" val="342751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C06A86-F524-906E-D0C5-AEA70DABE74D}"/>
              </a:ext>
            </a:extLst>
          </p:cNvPr>
          <p:cNvSpPr/>
          <p:nvPr userDrawn="1"/>
        </p:nvSpPr>
        <p:spPr>
          <a:xfrm>
            <a:off x="1295400" y="457200"/>
            <a:ext cx="9601200" cy="504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5" name="Freeform: Shape 4">
            <a:extLst>
              <a:ext uri="{FF2B5EF4-FFF2-40B4-BE49-F238E27FC236}">
                <a16:creationId xmlns:a16="http://schemas.microsoft.com/office/drawing/2014/main" id="{C62D1762-935C-3DFF-869F-F876A0673952}"/>
              </a:ext>
            </a:extLst>
          </p:cNvPr>
          <p:cNvSpPr/>
          <p:nvPr userDrawn="1"/>
        </p:nvSpPr>
        <p:spPr>
          <a:xfrm>
            <a:off x="1295400" y="457200"/>
            <a:ext cx="9601200" cy="5049333"/>
          </a:xfrm>
          <a:custGeom>
            <a:avLst/>
            <a:gdLst>
              <a:gd name="connsiteX0" fmla="*/ 36576 w 10058400"/>
              <a:gd name="connsiteY0" fmla="*/ 36576 h 5049333"/>
              <a:gd name="connsiteX1" fmla="*/ 36576 w 10058400"/>
              <a:gd name="connsiteY1" fmla="*/ 5012758 h 5049333"/>
              <a:gd name="connsiteX2" fmla="*/ 10021824 w 10058400"/>
              <a:gd name="connsiteY2" fmla="*/ 5012758 h 5049333"/>
              <a:gd name="connsiteX3" fmla="*/ 10021824 w 10058400"/>
              <a:gd name="connsiteY3" fmla="*/ 36576 h 5049333"/>
              <a:gd name="connsiteX4" fmla="*/ 0 w 10058400"/>
              <a:gd name="connsiteY4" fmla="*/ 0 h 5049333"/>
              <a:gd name="connsiteX5" fmla="*/ 10058400 w 10058400"/>
              <a:gd name="connsiteY5" fmla="*/ 0 h 5049333"/>
              <a:gd name="connsiteX6" fmla="*/ 10058400 w 10058400"/>
              <a:gd name="connsiteY6" fmla="*/ 5049333 h 5049333"/>
              <a:gd name="connsiteX7" fmla="*/ 0 w 10058400"/>
              <a:gd name="connsiteY7" fmla="*/ 5049333 h 5049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58400" h="5049333">
                <a:moveTo>
                  <a:pt x="36576" y="36576"/>
                </a:moveTo>
                <a:lnTo>
                  <a:pt x="36576" y="5012758"/>
                </a:lnTo>
                <a:lnTo>
                  <a:pt x="10021824" y="5012758"/>
                </a:lnTo>
                <a:lnTo>
                  <a:pt x="10021824" y="36576"/>
                </a:lnTo>
                <a:close/>
                <a:moveTo>
                  <a:pt x="0" y="0"/>
                </a:moveTo>
                <a:lnTo>
                  <a:pt x="10058400" y="0"/>
                </a:lnTo>
                <a:lnTo>
                  <a:pt x="10058400" y="5049333"/>
                </a:lnTo>
                <a:lnTo>
                  <a:pt x="0" y="504933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12" name="Text Placeholder 3">
            <a:extLst>
              <a:ext uri="{FF2B5EF4-FFF2-40B4-BE49-F238E27FC236}">
                <a16:creationId xmlns:a16="http://schemas.microsoft.com/office/drawing/2014/main" id="{FACB7C02-25A3-B9BE-2326-650C4C0650EB}"/>
              </a:ext>
            </a:extLst>
          </p:cNvPr>
          <p:cNvSpPr>
            <a:spLocks noGrp="1"/>
          </p:cNvSpPr>
          <p:nvPr>
            <p:ph type="body" sz="quarter" idx="10" hasCustomPrompt="1"/>
          </p:nvPr>
        </p:nvSpPr>
        <p:spPr>
          <a:xfrm>
            <a:off x="1789176" y="950976"/>
            <a:ext cx="8610474" cy="4061782"/>
          </a:xfrm>
        </p:spPr>
        <p:txBody>
          <a:bodyPr lIns="0" tIns="0" rIns="0" bIns="0" anchor="ctr">
            <a:normAutofit/>
          </a:bodyPr>
          <a:lstStyle>
            <a:lvl1pPr marL="0" indent="0" algn="ctr">
              <a:lnSpc>
                <a:spcPct val="125000"/>
              </a:lnSpc>
              <a:buNone/>
              <a:defRPr sz="6000" b="0" i="0">
                <a:solidFill>
                  <a:schemeClr val="tx1"/>
                </a:solidFill>
                <a:latin typeface="+mj-lt"/>
              </a:defRPr>
            </a:lvl1pPr>
          </a:lstStyle>
          <a:p>
            <a:pPr lvl="0"/>
            <a:r>
              <a:rPr lang="en-US" dirty="0"/>
              <a:t>Click to edit text styles</a:t>
            </a:r>
          </a:p>
        </p:txBody>
      </p:sp>
      <p:sp>
        <p:nvSpPr>
          <p:cNvPr id="8" name="Text Placeholder 5">
            <a:extLst>
              <a:ext uri="{FF2B5EF4-FFF2-40B4-BE49-F238E27FC236}">
                <a16:creationId xmlns:a16="http://schemas.microsoft.com/office/drawing/2014/main" id="{036CFF80-799B-5C54-B9EF-54EF6F60A619}"/>
              </a:ext>
            </a:extLst>
          </p:cNvPr>
          <p:cNvSpPr>
            <a:spLocks noGrp="1"/>
          </p:cNvSpPr>
          <p:nvPr>
            <p:ph type="body" sz="quarter" idx="11" hasCustomPrompt="1"/>
          </p:nvPr>
        </p:nvSpPr>
        <p:spPr>
          <a:xfrm>
            <a:off x="1789176" y="5643694"/>
            <a:ext cx="8610474" cy="572955"/>
          </a:xfrm>
        </p:spPr>
        <p:txBody>
          <a:bodyPr lIns="0" tIns="0" rIns="0" bIns="0" anchor="ctr">
            <a:noAutofit/>
          </a:bodyPr>
          <a:lstStyle>
            <a:lvl1pPr marL="0" indent="0" algn="r">
              <a:spcAft>
                <a:spcPts val="0"/>
              </a:spcAft>
              <a:buNone/>
              <a:defRPr sz="1800">
                <a:solidFill>
                  <a:schemeClr val="tx1"/>
                </a:solidFill>
                <a:latin typeface="+mn-lt"/>
              </a:defRPr>
            </a:lvl1pPr>
          </a:lstStyle>
          <a:p>
            <a:pPr lvl="0"/>
            <a:r>
              <a:rPr lang="en-US" dirty="0"/>
              <a:t>Click to edit text styles</a:t>
            </a:r>
          </a:p>
        </p:txBody>
      </p:sp>
      <p:sp>
        <p:nvSpPr>
          <p:cNvPr id="9" name="Rectangle 8">
            <a:extLst>
              <a:ext uri="{FF2B5EF4-FFF2-40B4-BE49-F238E27FC236}">
                <a16:creationId xmlns:a16="http://schemas.microsoft.com/office/drawing/2014/main" id="{CF2CFAE9-FB4C-420D-6D1F-D909FF0EB247}"/>
              </a:ext>
            </a:extLst>
          </p:cNvPr>
          <p:cNvSpPr>
            <a:spLocks noChangeAspect="1"/>
          </p:cNvSpPr>
          <p:nvPr userDrawn="1"/>
        </p:nvSpPr>
        <p:spPr>
          <a:xfrm>
            <a:off x="292608" y="292608"/>
            <a:ext cx="571500" cy="571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20" name="Rectangle 19">
            <a:extLst>
              <a:ext uri="{FF2B5EF4-FFF2-40B4-BE49-F238E27FC236}">
                <a16:creationId xmlns:a16="http://schemas.microsoft.com/office/drawing/2014/main" id="{3707CFEA-5506-10FA-BF9A-48D713892FD2}"/>
              </a:ext>
            </a:extLst>
          </p:cNvPr>
          <p:cNvSpPr>
            <a:spLocks noChangeAspect="1"/>
          </p:cNvSpPr>
          <p:nvPr userDrawn="1"/>
        </p:nvSpPr>
        <p:spPr>
          <a:xfrm>
            <a:off x="146304" y="5961888"/>
            <a:ext cx="292608" cy="292608"/>
          </a:xfrm>
          <a:prstGeom prst="rect">
            <a:avLst/>
          </a:prstGeom>
          <a:solidFill>
            <a:srgbClr val="8F5DA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21" name="Rectangle 20">
            <a:extLst>
              <a:ext uri="{FF2B5EF4-FFF2-40B4-BE49-F238E27FC236}">
                <a16:creationId xmlns:a16="http://schemas.microsoft.com/office/drawing/2014/main" id="{46D55701-64DD-DCE6-9C94-53C2D99CDA90}"/>
              </a:ext>
            </a:extLst>
          </p:cNvPr>
          <p:cNvSpPr>
            <a:spLocks noChangeAspect="1"/>
          </p:cNvSpPr>
          <p:nvPr userDrawn="1"/>
        </p:nvSpPr>
        <p:spPr>
          <a:xfrm>
            <a:off x="0" y="6254496"/>
            <a:ext cx="146304" cy="146304"/>
          </a:xfrm>
          <a:prstGeom prst="rect">
            <a:avLst/>
          </a:prstGeom>
          <a:solidFill>
            <a:srgbClr val="CC94DA"/>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22" name="Rectangle 21">
            <a:extLst>
              <a:ext uri="{FF2B5EF4-FFF2-40B4-BE49-F238E27FC236}">
                <a16:creationId xmlns:a16="http://schemas.microsoft.com/office/drawing/2014/main" id="{F0589386-711E-EF28-E92B-1669C90926A1}"/>
              </a:ext>
            </a:extLst>
          </p:cNvPr>
          <p:cNvSpPr>
            <a:spLocks noChangeAspect="1"/>
          </p:cNvSpPr>
          <p:nvPr userDrawn="1"/>
        </p:nvSpPr>
        <p:spPr>
          <a:xfrm>
            <a:off x="0" y="0"/>
            <a:ext cx="292608" cy="292608"/>
          </a:xfrm>
          <a:prstGeom prst="rect">
            <a:avLst/>
          </a:prstGeom>
          <a:solidFill>
            <a:srgbClr val="B2450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15" name="Rectangle 14">
            <a:extLst>
              <a:ext uri="{FF2B5EF4-FFF2-40B4-BE49-F238E27FC236}">
                <a16:creationId xmlns:a16="http://schemas.microsoft.com/office/drawing/2014/main" id="{106219E9-62EB-3F60-7768-106750FF399D}"/>
              </a:ext>
            </a:extLst>
          </p:cNvPr>
          <p:cNvSpPr>
            <a:spLocks noChangeAspect="1"/>
          </p:cNvSpPr>
          <p:nvPr userDrawn="1"/>
        </p:nvSpPr>
        <p:spPr>
          <a:xfrm>
            <a:off x="292608" y="1835150"/>
            <a:ext cx="292608" cy="2926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23" name="Rectangle 22">
            <a:extLst>
              <a:ext uri="{FF2B5EF4-FFF2-40B4-BE49-F238E27FC236}">
                <a16:creationId xmlns:a16="http://schemas.microsoft.com/office/drawing/2014/main" id="{D4C6CECC-D81A-E232-164C-E8DF7D623382}"/>
              </a:ext>
            </a:extLst>
          </p:cNvPr>
          <p:cNvSpPr>
            <a:spLocks noChangeAspect="1"/>
          </p:cNvSpPr>
          <p:nvPr userDrawn="1"/>
        </p:nvSpPr>
        <p:spPr>
          <a:xfrm>
            <a:off x="146304" y="2127758"/>
            <a:ext cx="146304" cy="146304"/>
          </a:xfrm>
          <a:prstGeom prst="rect">
            <a:avLst/>
          </a:prstGeom>
          <a:solidFill>
            <a:srgbClr val="FFE17A"/>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27" name="Freeform: Shape 26">
            <a:extLst>
              <a:ext uri="{FF2B5EF4-FFF2-40B4-BE49-F238E27FC236}">
                <a16:creationId xmlns:a16="http://schemas.microsoft.com/office/drawing/2014/main" id="{38B44FED-BFFE-C9E6-EEA1-F2ABAD011967}"/>
              </a:ext>
            </a:extLst>
          </p:cNvPr>
          <p:cNvSpPr>
            <a:spLocks noChangeAspect="1"/>
          </p:cNvSpPr>
          <p:nvPr userDrawn="1"/>
        </p:nvSpPr>
        <p:spPr>
          <a:xfrm>
            <a:off x="585216" y="3391408"/>
            <a:ext cx="571500" cy="571500"/>
          </a:xfrm>
          <a:custGeom>
            <a:avLst/>
            <a:gdLst>
              <a:gd name="connsiteX0" fmla="*/ 36576 w 571500"/>
              <a:gd name="connsiteY0" fmla="*/ 36576 h 571500"/>
              <a:gd name="connsiteX1" fmla="*/ 36576 w 571500"/>
              <a:gd name="connsiteY1" fmla="*/ 534924 h 571500"/>
              <a:gd name="connsiteX2" fmla="*/ 534924 w 571500"/>
              <a:gd name="connsiteY2" fmla="*/ 534924 h 571500"/>
              <a:gd name="connsiteX3" fmla="*/ 534924 w 571500"/>
              <a:gd name="connsiteY3" fmla="*/ 36576 h 571500"/>
              <a:gd name="connsiteX4" fmla="*/ 0 w 571500"/>
              <a:gd name="connsiteY4" fmla="*/ 0 h 571500"/>
              <a:gd name="connsiteX5" fmla="*/ 571500 w 571500"/>
              <a:gd name="connsiteY5" fmla="*/ 0 h 571500"/>
              <a:gd name="connsiteX6" fmla="*/ 571500 w 571500"/>
              <a:gd name="connsiteY6" fmla="*/ 571500 h 571500"/>
              <a:gd name="connsiteX7" fmla="*/ 0 w 571500"/>
              <a:gd name="connsiteY7" fmla="*/ 57150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571500">
                <a:moveTo>
                  <a:pt x="36576" y="36576"/>
                </a:moveTo>
                <a:lnTo>
                  <a:pt x="36576" y="534924"/>
                </a:lnTo>
                <a:lnTo>
                  <a:pt x="534924" y="534924"/>
                </a:lnTo>
                <a:lnTo>
                  <a:pt x="534924" y="36576"/>
                </a:lnTo>
                <a:close/>
                <a:moveTo>
                  <a:pt x="0" y="0"/>
                </a:moveTo>
                <a:lnTo>
                  <a:pt x="571500" y="0"/>
                </a:lnTo>
                <a:lnTo>
                  <a:pt x="571500" y="571500"/>
                </a:lnTo>
                <a:lnTo>
                  <a:pt x="0" y="571500"/>
                </a:lnTo>
                <a:close/>
              </a:path>
            </a:pathLst>
          </a:custGeom>
          <a:solidFill>
            <a:srgbClr val="8BAE4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28" name="Rectangle 27">
            <a:extLst>
              <a:ext uri="{FF2B5EF4-FFF2-40B4-BE49-F238E27FC236}">
                <a16:creationId xmlns:a16="http://schemas.microsoft.com/office/drawing/2014/main" id="{A8B140F7-2D3F-23A1-4D5D-686F0413DA3D}"/>
              </a:ext>
            </a:extLst>
          </p:cNvPr>
          <p:cNvSpPr>
            <a:spLocks noChangeAspect="1"/>
          </p:cNvSpPr>
          <p:nvPr userDrawn="1"/>
        </p:nvSpPr>
        <p:spPr>
          <a:xfrm>
            <a:off x="438912" y="3245104"/>
            <a:ext cx="146304" cy="146304"/>
          </a:xfrm>
          <a:prstGeom prst="rect">
            <a:avLst/>
          </a:prstGeom>
          <a:solidFill>
            <a:srgbClr val="70854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30" name="Rectangle 29">
            <a:extLst>
              <a:ext uri="{FF2B5EF4-FFF2-40B4-BE49-F238E27FC236}">
                <a16:creationId xmlns:a16="http://schemas.microsoft.com/office/drawing/2014/main" id="{692EB12D-7C6C-8BA1-7F4F-0EEEC0D0E7A2}"/>
              </a:ext>
            </a:extLst>
          </p:cNvPr>
          <p:cNvSpPr>
            <a:spLocks noChangeAspect="1"/>
          </p:cNvSpPr>
          <p:nvPr userDrawn="1"/>
        </p:nvSpPr>
        <p:spPr>
          <a:xfrm>
            <a:off x="431292" y="4933951"/>
            <a:ext cx="571500" cy="571500"/>
          </a:xfrm>
          <a:prstGeom prst="rect">
            <a:avLst/>
          </a:prstGeom>
          <a:solidFill>
            <a:srgbClr val="7BDEFF"/>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31" name="Rectangle 30">
            <a:extLst>
              <a:ext uri="{FF2B5EF4-FFF2-40B4-BE49-F238E27FC236}">
                <a16:creationId xmlns:a16="http://schemas.microsoft.com/office/drawing/2014/main" id="{28DCECE0-510E-9CB2-D7D6-9DB146E081F2}"/>
              </a:ext>
            </a:extLst>
          </p:cNvPr>
          <p:cNvSpPr>
            <a:spLocks noChangeAspect="1"/>
          </p:cNvSpPr>
          <p:nvPr userDrawn="1"/>
        </p:nvSpPr>
        <p:spPr>
          <a:xfrm>
            <a:off x="1002792" y="5506533"/>
            <a:ext cx="292608" cy="292608"/>
          </a:xfrm>
          <a:prstGeom prst="rect">
            <a:avLst/>
          </a:prstGeom>
          <a:solidFill>
            <a:srgbClr val="0095CA"/>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Tree>
    <p:extLst>
      <p:ext uri="{BB962C8B-B14F-4D97-AF65-F5344CB8AC3E}">
        <p14:creationId xmlns:p14="http://schemas.microsoft.com/office/powerpoint/2010/main" val="85523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45CD31F5-4002-F777-6ECE-F4AAD506D148}"/>
              </a:ext>
            </a:extLst>
          </p:cNvPr>
          <p:cNvSpPr/>
          <p:nvPr userDrawn="1"/>
        </p:nvSpPr>
        <p:spPr>
          <a:xfrm>
            <a:off x="6095998" y="0"/>
            <a:ext cx="6096001" cy="64007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30" name="Rectangle 29">
            <a:extLst>
              <a:ext uri="{FF2B5EF4-FFF2-40B4-BE49-F238E27FC236}">
                <a16:creationId xmlns:a16="http://schemas.microsoft.com/office/drawing/2014/main" id="{816FFCF8-666B-7586-B397-641E01F0D73D}"/>
              </a:ext>
            </a:extLst>
          </p:cNvPr>
          <p:cNvSpPr>
            <a:spLocks noChangeAspect="1"/>
          </p:cNvSpPr>
          <p:nvPr userDrawn="1"/>
        </p:nvSpPr>
        <p:spPr>
          <a:xfrm>
            <a:off x="6096000" y="457200"/>
            <a:ext cx="146304" cy="146304"/>
          </a:xfrm>
          <a:prstGeom prst="rect">
            <a:avLst/>
          </a:prstGeom>
          <a:solidFill>
            <a:srgbClr val="FFE17A"/>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3" name="Picture Placeholder 2">
            <a:extLst>
              <a:ext uri="{FF2B5EF4-FFF2-40B4-BE49-F238E27FC236}">
                <a16:creationId xmlns:a16="http://schemas.microsoft.com/office/drawing/2014/main" id="{C1DC2986-F80F-976D-7DC3-197626F22A12}"/>
              </a:ext>
            </a:extLst>
          </p:cNvPr>
          <p:cNvSpPr>
            <a:spLocks noGrp="1"/>
          </p:cNvSpPr>
          <p:nvPr>
            <p:ph type="pic" sz="quarter" idx="10"/>
          </p:nvPr>
        </p:nvSpPr>
        <p:spPr>
          <a:xfrm>
            <a:off x="6096000" y="0"/>
            <a:ext cx="6096000" cy="6400800"/>
          </a:xfrm>
          <a:custGeom>
            <a:avLst/>
            <a:gdLst>
              <a:gd name="connsiteX0" fmla="*/ 0 w 6096000"/>
              <a:gd name="connsiteY0" fmla="*/ 0 h 6400800"/>
              <a:gd name="connsiteX1" fmla="*/ 5419343 w 6096000"/>
              <a:gd name="connsiteY1" fmla="*/ 0 h 6400800"/>
              <a:gd name="connsiteX2" fmla="*/ 5638800 w 6096000"/>
              <a:gd name="connsiteY2" fmla="*/ 0 h 6400800"/>
              <a:gd name="connsiteX3" fmla="*/ 6096000 w 6096000"/>
              <a:gd name="connsiteY3" fmla="*/ 0 h 6400800"/>
              <a:gd name="connsiteX4" fmla="*/ 6096000 w 6096000"/>
              <a:gd name="connsiteY4" fmla="*/ 6400799 h 6400800"/>
              <a:gd name="connsiteX5" fmla="*/ 5638800 w 6096000"/>
              <a:gd name="connsiteY5" fmla="*/ 6400799 h 6400800"/>
              <a:gd name="connsiteX6" fmla="*/ 5638800 w 6096000"/>
              <a:gd name="connsiteY6" fmla="*/ 6400800 h 6400800"/>
              <a:gd name="connsiteX7" fmla="*/ 571500 w 6096000"/>
              <a:gd name="connsiteY7" fmla="*/ 6400800 h 6400800"/>
              <a:gd name="connsiteX8" fmla="*/ 571500 w 6096000"/>
              <a:gd name="connsiteY8" fmla="*/ 5829300 h 6400800"/>
              <a:gd name="connsiteX9" fmla="*/ 770729 w 6096000"/>
              <a:gd name="connsiteY9" fmla="*/ 5829300 h 6400800"/>
              <a:gd name="connsiteX10" fmla="*/ 770729 w 6096000"/>
              <a:gd name="connsiteY10" fmla="*/ 5630071 h 6400800"/>
              <a:gd name="connsiteX11" fmla="*/ 571500 w 6096000"/>
              <a:gd name="connsiteY11" fmla="*/ 5630071 h 6400800"/>
              <a:gd name="connsiteX12" fmla="*/ 571500 w 6096000"/>
              <a:gd name="connsiteY12" fmla="*/ 5829300 h 6400800"/>
              <a:gd name="connsiteX13" fmla="*/ 0 w 6096000"/>
              <a:gd name="connsiteY13" fmla="*/ 5829300 h 6400800"/>
              <a:gd name="connsiteX14" fmla="*/ 0 w 6096000"/>
              <a:gd name="connsiteY14" fmla="*/ 603504 h 6400800"/>
              <a:gd name="connsiteX15" fmla="*/ 146304 w 6096000"/>
              <a:gd name="connsiteY15" fmla="*/ 603504 h 6400800"/>
              <a:gd name="connsiteX16" fmla="*/ 146304 w 6096000"/>
              <a:gd name="connsiteY16" fmla="*/ 457200 h 6400800"/>
              <a:gd name="connsiteX17" fmla="*/ 0 w 6096000"/>
              <a:gd name="connsiteY17" fmla="*/ 45720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96000" h="6400800">
                <a:moveTo>
                  <a:pt x="0" y="0"/>
                </a:moveTo>
                <a:lnTo>
                  <a:pt x="5419343" y="0"/>
                </a:lnTo>
                <a:lnTo>
                  <a:pt x="5638800" y="0"/>
                </a:lnTo>
                <a:lnTo>
                  <a:pt x="6096000" y="0"/>
                </a:lnTo>
                <a:lnTo>
                  <a:pt x="6096000" y="6400799"/>
                </a:lnTo>
                <a:lnTo>
                  <a:pt x="5638800" y="6400799"/>
                </a:lnTo>
                <a:lnTo>
                  <a:pt x="5638800" y="6400800"/>
                </a:lnTo>
                <a:lnTo>
                  <a:pt x="571500" y="6400800"/>
                </a:lnTo>
                <a:lnTo>
                  <a:pt x="571500" y="5829300"/>
                </a:lnTo>
                <a:lnTo>
                  <a:pt x="770729" y="5829300"/>
                </a:lnTo>
                <a:lnTo>
                  <a:pt x="770729" y="5630071"/>
                </a:lnTo>
                <a:lnTo>
                  <a:pt x="571500" y="5630071"/>
                </a:lnTo>
                <a:lnTo>
                  <a:pt x="571500" y="5829300"/>
                </a:lnTo>
                <a:lnTo>
                  <a:pt x="0" y="5829300"/>
                </a:lnTo>
                <a:lnTo>
                  <a:pt x="0" y="603504"/>
                </a:lnTo>
                <a:lnTo>
                  <a:pt x="146304" y="603504"/>
                </a:lnTo>
                <a:lnTo>
                  <a:pt x="146304" y="457200"/>
                </a:lnTo>
                <a:lnTo>
                  <a:pt x="0" y="457200"/>
                </a:lnTo>
                <a:close/>
              </a:path>
            </a:pathLst>
          </a:custGeom>
          <a:noFill/>
        </p:spPr>
        <p:txBody>
          <a:bodyPr wrap="square" anchor="ctr">
            <a:noAutofit/>
          </a:bodyPr>
          <a:lstStyle>
            <a:lvl1pPr marL="0" indent="0" algn="ctr">
              <a:buFontTx/>
              <a:buNone/>
              <a:defRPr>
                <a:solidFill>
                  <a:schemeClr val="bg1"/>
                </a:solidFill>
              </a:defRPr>
            </a:lvl1pPr>
          </a:lstStyle>
          <a:p>
            <a:r>
              <a:rPr lang="en-US"/>
              <a:t>Click icon to add picture</a:t>
            </a:r>
          </a:p>
        </p:txBody>
      </p:sp>
      <p:sp>
        <p:nvSpPr>
          <p:cNvPr id="31" name="Rectangle 30">
            <a:extLst>
              <a:ext uri="{FF2B5EF4-FFF2-40B4-BE49-F238E27FC236}">
                <a16:creationId xmlns:a16="http://schemas.microsoft.com/office/drawing/2014/main" id="{56F35231-9BDD-C42E-DE3A-68510B894498}"/>
              </a:ext>
            </a:extLst>
          </p:cNvPr>
          <p:cNvSpPr/>
          <p:nvPr userDrawn="1"/>
        </p:nvSpPr>
        <p:spPr>
          <a:xfrm>
            <a:off x="0" y="0"/>
            <a:ext cx="6096000" cy="64007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137160" tIns="137160" rIns="137160" bIns="137160" rtlCol="0" anchor="ctr">
            <a:noAutofit/>
          </a:bodyPr>
          <a:lstStyle/>
          <a:p>
            <a:pPr algn="ctr"/>
            <a:endParaRPr lang="en-US" dirty="0"/>
          </a:p>
        </p:txBody>
      </p:sp>
      <p:sp>
        <p:nvSpPr>
          <p:cNvPr id="22" name="Text Placeholder 3">
            <a:extLst>
              <a:ext uri="{FF2B5EF4-FFF2-40B4-BE49-F238E27FC236}">
                <a16:creationId xmlns:a16="http://schemas.microsoft.com/office/drawing/2014/main" id="{3EC6BE87-7664-F6C7-5FCF-6351F4F50B1B}"/>
              </a:ext>
            </a:extLst>
          </p:cNvPr>
          <p:cNvSpPr>
            <a:spLocks noGrp="1"/>
          </p:cNvSpPr>
          <p:nvPr>
            <p:ph type="body" sz="quarter" idx="11" hasCustomPrompt="1"/>
          </p:nvPr>
        </p:nvSpPr>
        <p:spPr>
          <a:xfrm>
            <a:off x="676657" y="676656"/>
            <a:ext cx="4742687" cy="4443983"/>
          </a:xfrm>
        </p:spPr>
        <p:txBody>
          <a:bodyPr lIns="182880" tIns="182880" rIns="182880" bIns="182880" anchor="ctr">
            <a:normAutofit/>
          </a:bodyPr>
          <a:lstStyle>
            <a:lvl1pPr marL="0" indent="0" algn="ctr">
              <a:lnSpc>
                <a:spcPct val="125000"/>
              </a:lnSpc>
              <a:buNone/>
              <a:defRPr sz="3600" b="0" i="0">
                <a:solidFill>
                  <a:schemeClr val="bg1"/>
                </a:solidFill>
                <a:latin typeface="+mj-lt"/>
              </a:defRPr>
            </a:lvl1pPr>
          </a:lstStyle>
          <a:p>
            <a:pPr lvl="0"/>
            <a:r>
              <a:rPr lang="en-US" dirty="0"/>
              <a:t>Click to edit text styles</a:t>
            </a:r>
          </a:p>
        </p:txBody>
      </p:sp>
      <p:sp>
        <p:nvSpPr>
          <p:cNvPr id="20" name="Text Placeholder 5">
            <a:extLst>
              <a:ext uri="{FF2B5EF4-FFF2-40B4-BE49-F238E27FC236}">
                <a16:creationId xmlns:a16="http://schemas.microsoft.com/office/drawing/2014/main" id="{E7691B93-260E-CD76-8C4B-5EBE346F31E1}"/>
              </a:ext>
            </a:extLst>
          </p:cNvPr>
          <p:cNvSpPr>
            <a:spLocks noGrp="1"/>
          </p:cNvSpPr>
          <p:nvPr>
            <p:ph type="body" sz="quarter" idx="12" hasCustomPrompt="1"/>
          </p:nvPr>
        </p:nvSpPr>
        <p:spPr>
          <a:xfrm>
            <a:off x="1693211" y="5486398"/>
            <a:ext cx="3726134" cy="730251"/>
          </a:xfrm>
        </p:spPr>
        <p:txBody>
          <a:bodyPr lIns="0" tIns="0" rIns="0" bIns="0" anchor="t">
            <a:noAutofit/>
          </a:bodyPr>
          <a:lstStyle>
            <a:lvl1pPr marL="0" indent="0" algn="l">
              <a:spcAft>
                <a:spcPts val="0"/>
              </a:spcAft>
              <a:buNone/>
              <a:defRPr sz="2000">
                <a:solidFill>
                  <a:schemeClr val="bg1"/>
                </a:solidFill>
                <a:latin typeface="+mn-lt"/>
              </a:defRPr>
            </a:lvl1pPr>
          </a:lstStyle>
          <a:p>
            <a:pPr lvl="0"/>
            <a:r>
              <a:rPr lang="en-US" dirty="0"/>
              <a:t>Click to edit text styles</a:t>
            </a:r>
          </a:p>
        </p:txBody>
      </p:sp>
      <p:sp>
        <p:nvSpPr>
          <p:cNvPr id="15" name="Freeform 5">
            <a:extLst>
              <a:ext uri="{FF2B5EF4-FFF2-40B4-BE49-F238E27FC236}">
                <a16:creationId xmlns:a16="http://schemas.microsoft.com/office/drawing/2014/main" id="{6FFA86E1-BFAE-9F25-CA4E-252A03941163}"/>
              </a:ext>
            </a:extLst>
          </p:cNvPr>
          <p:cNvSpPr>
            <a:spLocks noEditPoints="1"/>
          </p:cNvSpPr>
          <p:nvPr userDrawn="1"/>
        </p:nvSpPr>
        <p:spPr bwMode="auto">
          <a:xfrm>
            <a:off x="457201" y="457200"/>
            <a:ext cx="5181600" cy="5510712"/>
          </a:xfrm>
          <a:custGeom>
            <a:avLst/>
            <a:gdLst>
              <a:gd name="T0" fmla="*/ 2467 w 12186"/>
              <a:gd name="T1" fmla="*/ 12960 h 12960"/>
              <a:gd name="T2" fmla="*/ 910 w 12186"/>
              <a:gd name="T3" fmla="*/ 11403 h 12960"/>
              <a:gd name="T4" fmla="*/ 0 w 12186"/>
              <a:gd name="T5" fmla="*/ 11403 h 12960"/>
              <a:gd name="T6" fmla="*/ 0 w 12186"/>
              <a:gd name="T7" fmla="*/ 0 h 12960"/>
              <a:gd name="T8" fmla="*/ 12186 w 12186"/>
              <a:gd name="T9" fmla="*/ 0 h 12960"/>
              <a:gd name="T10" fmla="*/ 12186 w 12186"/>
              <a:gd name="T11" fmla="*/ 11403 h 12960"/>
              <a:gd name="T12" fmla="*/ 2467 w 12186"/>
              <a:gd name="T13" fmla="*/ 11403 h 12960"/>
              <a:gd name="T14" fmla="*/ 2467 w 12186"/>
              <a:gd name="T15" fmla="*/ 12960 h 12960"/>
              <a:gd name="T16" fmla="*/ 105 w 12186"/>
              <a:gd name="T17" fmla="*/ 11298 h 12960"/>
              <a:gd name="T18" fmla="*/ 954 w 12186"/>
              <a:gd name="T19" fmla="*/ 11298 h 12960"/>
              <a:gd name="T20" fmla="*/ 2361 w 12186"/>
              <a:gd name="T21" fmla="*/ 12707 h 12960"/>
              <a:gd name="T22" fmla="*/ 2361 w 12186"/>
              <a:gd name="T23" fmla="*/ 11298 h 12960"/>
              <a:gd name="T24" fmla="*/ 12082 w 12186"/>
              <a:gd name="T25" fmla="*/ 11298 h 12960"/>
              <a:gd name="T26" fmla="*/ 12082 w 12186"/>
              <a:gd name="T27" fmla="*/ 105 h 12960"/>
              <a:gd name="T28" fmla="*/ 105 w 12186"/>
              <a:gd name="T29" fmla="*/ 105 h 12960"/>
              <a:gd name="T30" fmla="*/ 105 w 12186"/>
              <a:gd name="T31" fmla="*/ 11298 h 12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186" h="12960">
                <a:moveTo>
                  <a:pt x="2467" y="12960"/>
                </a:moveTo>
                <a:lnTo>
                  <a:pt x="910" y="11403"/>
                </a:lnTo>
                <a:lnTo>
                  <a:pt x="0" y="11403"/>
                </a:lnTo>
                <a:lnTo>
                  <a:pt x="0" y="0"/>
                </a:lnTo>
                <a:lnTo>
                  <a:pt x="12186" y="0"/>
                </a:lnTo>
                <a:lnTo>
                  <a:pt x="12186" y="11403"/>
                </a:lnTo>
                <a:lnTo>
                  <a:pt x="2467" y="11403"/>
                </a:lnTo>
                <a:lnTo>
                  <a:pt x="2467" y="12960"/>
                </a:lnTo>
                <a:close/>
                <a:moveTo>
                  <a:pt x="105" y="11298"/>
                </a:moveTo>
                <a:lnTo>
                  <a:pt x="954" y="11298"/>
                </a:lnTo>
                <a:lnTo>
                  <a:pt x="2361" y="12707"/>
                </a:lnTo>
                <a:lnTo>
                  <a:pt x="2361" y="11298"/>
                </a:lnTo>
                <a:lnTo>
                  <a:pt x="12082" y="11298"/>
                </a:lnTo>
                <a:lnTo>
                  <a:pt x="12082" y="105"/>
                </a:lnTo>
                <a:lnTo>
                  <a:pt x="105" y="105"/>
                </a:lnTo>
                <a:lnTo>
                  <a:pt x="105" y="112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Rectangle 22">
            <a:extLst>
              <a:ext uri="{FF2B5EF4-FFF2-40B4-BE49-F238E27FC236}">
                <a16:creationId xmlns:a16="http://schemas.microsoft.com/office/drawing/2014/main" id="{9AC6034B-EF63-5CEE-25CE-DA670BFADFDE}"/>
              </a:ext>
            </a:extLst>
          </p:cNvPr>
          <p:cNvSpPr>
            <a:spLocks noChangeAspect="1"/>
          </p:cNvSpPr>
          <p:nvPr userDrawn="1"/>
        </p:nvSpPr>
        <p:spPr>
          <a:xfrm>
            <a:off x="0" y="4996359"/>
            <a:ext cx="310898" cy="310898"/>
          </a:xfrm>
          <a:prstGeom prst="rect">
            <a:avLst/>
          </a:prstGeom>
          <a:solidFill>
            <a:srgbClr val="B4F0FF"/>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24" name="Rectangle 23">
            <a:extLst>
              <a:ext uri="{FF2B5EF4-FFF2-40B4-BE49-F238E27FC236}">
                <a16:creationId xmlns:a16="http://schemas.microsoft.com/office/drawing/2014/main" id="{751B094E-5CE6-5E29-2DFB-87FFAEDC011C}"/>
              </a:ext>
            </a:extLst>
          </p:cNvPr>
          <p:cNvSpPr>
            <a:spLocks noChangeAspect="1"/>
          </p:cNvSpPr>
          <p:nvPr userDrawn="1"/>
        </p:nvSpPr>
        <p:spPr>
          <a:xfrm>
            <a:off x="5803392" y="165757"/>
            <a:ext cx="292608" cy="2926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36" name="Rectangle 35">
            <a:extLst>
              <a:ext uri="{FF2B5EF4-FFF2-40B4-BE49-F238E27FC236}">
                <a16:creationId xmlns:a16="http://schemas.microsoft.com/office/drawing/2014/main" id="{728B0E1D-0343-F5C6-B450-42D4F928E640}"/>
              </a:ext>
            </a:extLst>
          </p:cNvPr>
          <p:cNvSpPr>
            <a:spLocks noChangeAspect="1"/>
          </p:cNvSpPr>
          <p:nvPr userDrawn="1"/>
        </p:nvSpPr>
        <p:spPr>
          <a:xfrm>
            <a:off x="6667500" y="5630071"/>
            <a:ext cx="199229" cy="199229"/>
          </a:xfrm>
          <a:prstGeom prst="rect">
            <a:avLst/>
          </a:prstGeom>
          <a:solidFill>
            <a:srgbClr val="FFC599"/>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37" name="Rectangle 36">
            <a:extLst>
              <a:ext uri="{FF2B5EF4-FFF2-40B4-BE49-F238E27FC236}">
                <a16:creationId xmlns:a16="http://schemas.microsoft.com/office/drawing/2014/main" id="{02CF93A1-A915-A1C5-2F61-0C7F82FC33B9}"/>
              </a:ext>
            </a:extLst>
          </p:cNvPr>
          <p:cNvSpPr>
            <a:spLocks noChangeAspect="1"/>
          </p:cNvSpPr>
          <p:nvPr userDrawn="1"/>
        </p:nvSpPr>
        <p:spPr>
          <a:xfrm>
            <a:off x="6096000" y="5829300"/>
            <a:ext cx="571500" cy="571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
        <p:nvSpPr>
          <p:cNvPr id="38" name="Rectangle 37">
            <a:extLst>
              <a:ext uri="{FF2B5EF4-FFF2-40B4-BE49-F238E27FC236}">
                <a16:creationId xmlns:a16="http://schemas.microsoft.com/office/drawing/2014/main" id="{8E9D3BEC-2912-69BF-7B9E-3B0D1B2D8746}"/>
              </a:ext>
            </a:extLst>
          </p:cNvPr>
          <p:cNvSpPr>
            <a:spLocks noChangeAspect="1"/>
          </p:cNvSpPr>
          <p:nvPr userDrawn="1"/>
        </p:nvSpPr>
        <p:spPr>
          <a:xfrm>
            <a:off x="310897" y="5307257"/>
            <a:ext cx="146304" cy="146304"/>
          </a:xfrm>
          <a:prstGeom prst="rect">
            <a:avLst/>
          </a:prstGeom>
          <a:solidFill>
            <a:srgbClr val="0095CA"/>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lstStyle/>
          <a:p>
            <a:pPr algn="ctr"/>
            <a:endParaRPr lang="en-US" dirty="0"/>
          </a:p>
        </p:txBody>
      </p:sp>
    </p:spTree>
    <p:extLst>
      <p:ext uri="{BB962C8B-B14F-4D97-AF65-F5344CB8AC3E}">
        <p14:creationId xmlns:p14="http://schemas.microsoft.com/office/powerpoint/2010/main" val="3505898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stics Righ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6076A10-3D56-FCAB-785E-70B2C43D4309}"/>
              </a:ext>
            </a:extLst>
          </p:cNvPr>
          <p:cNvSpPr>
            <a:spLocks noGrp="1"/>
          </p:cNvSpPr>
          <p:nvPr>
            <p:ph type="title" hasCustomPrompt="1"/>
          </p:nvPr>
        </p:nvSpPr>
        <p:spPr>
          <a:xfrm>
            <a:off x="639763" y="347472"/>
            <a:ext cx="7163434" cy="640080"/>
          </a:xfrm>
        </p:spPr>
        <p:txBody>
          <a:bodyPr/>
          <a:lstStyle/>
          <a:p>
            <a:r>
              <a:rPr lang="en-US" dirty="0"/>
              <a:t>Click to edit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hasCustomPrompt="1"/>
          </p:nvPr>
        </p:nvSpPr>
        <p:spPr>
          <a:xfrm>
            <a:off x="639763" y="1350964"/>
            <a:ext cx="7163434" cy="4865686"/>
          </a:xfrm>
        </p:spPr>
        <p:txBody>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A7D73A8-1A02-9040-4814-89E9B5B3EFEA}"/>
              </a:ext>
              <a:ext uri="{C183D7F6-B498-43B3-948B-1728B52AA6E4}">
                <adec:decorative xmlns:adec="http://schemas.microsoft.com/office/drawing/2017/decorative" val="1"/>
              </a:ext>
            </a:extLst>
          </p:cNvPr>
          <p:cNvSpPr/>
          <p:nvPr userDrawn="1"/>
        </p:nvSpPr>
        <p:spPr>
          <a:xfrm>
            <a:off x="8442960" y="0"/>
            <a:ext cx="3291840" cy="6400800"/>
          </a:xfrm>
          <a:prstGeom prst="rect">
            <a:avLst/>
          </a:prstGeom>
          <a:gradFill flip="none" rotWithShape="1">
            <a:gsLst>
              <a:gs pos="0">
                <a:schemeClr val="bg1"/>
              </a:gs>
              <a:gs pos="100000">
                <a:srgbClr val="E9E9E9"/>
              </a:gs>
            </a:gsLst>
            <a:lin ang="54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lvl="0" indent="0" algn="ctr" defTabSz="825500" fontAlgn="auto"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10" name="Content Placeholder 3">
            <a:extLst>
              <a:ext uri="{FF2B5EF4-FFF2-40B4-BE49-F238E27FC236}">
                <a16:creationId xmlns:a16="http://schemas.microsoft.com/office/drawing/2014/main" id="{79404670-4FA2-D10A-53E2-CB00FF457733}"/>
              </a:ext>
            </a:extLst>
          </p:cNvPr>
          <p:cNvSpPr>
            <a:spLocks noGrp="1"/>
          </p:cNvSpPr>
          <p:nvPr>
            <p:ph idx="10" hasCustomPrompt="1"/>
          </p:nvPr>
        </p:nvSpPr>
        <p:spPr>
          <a:xfrm>
            <a:off x="8808720" y="364373"/>
            <a:ext cx="2560320" cy="1764792"/>
          </a:xfrm>
        </p:spPr>
        <p:txBody>
          <a:bodyPr anchor="ctr" anchorCtr="0">
            <a:noAutofit/>
          </a:bodyPr>
          <a:lstStyle>
            <a:lvl1pPr marL="0" indent="0" algn="ctr">
              <a:spcAft>
                <a:spcPts val="0"/>
              </a:spcAft>
              <a:buNone/>
              <a:defRPr sz="6600">
                <a:solidFill>
                  <a:schemeClr val="accent1"/>
                </a:solidFill>
                <a:latin typeface="+mj-lt"/>
              </a:defRPr>
            </a:lvl1pPr>
            <a:lvl2pPr marL="0" indent="0" algn="ctr">
              <a:spcAft>
                <a:spcPts val="300"/>
              </a:spcAft>
              <a:buNone/>
              <a:defRPr sz="1800">
                <a:latin typeface="IntelOne Text Medium" panose="020B0703020203020204" pitchFamily="34" charset="0"/>
              </a:defRPr>
            </a:lvl2pPr>
            <a:lvl3pPr marL="0" indent="0" algn="ctr">
              <a:spcAft>
                <a:spcPts val="300"/>
              </a:spcAft>
              <a:buNone/>
              <a:defRPr sz="1200">
                <a:latin typeface="+mn-lt"/>
              </a:defRPr>
            </a:lvl3pPr>
            <a:lvl4pPr marL="0" indent="0" algn="ctr">
              <a:buNone/>
              <a:defRPr sz="1100"/>
            </a:lvl4pPr>
            <a:lvl5pPr marL="0" indent="0" algn="ctr">
              <a:buNone/>
              <a:defRPr sz="1050"/>
            </a:lvl5pPr>
          </a:lstStyle>
          <a:p>
            <a:pPr lvl="0"/>
            <a:r>
              <a:rPr lang="en-US" dirty="0"/>
              <a:t>Click to edit text styles</a:t>
            </a:r>
          </a:p>
          <a:p>
            <a:pPr lvl="1"/>
            <a:r>
              <a:rPr lang="en-US" dirty="0"/>
              <a:t>Second level</a:t>
            </a:r>
          </a:p>
          <a:p>
            <a:pPr lvl="2"/>
            <a:r>
              <a:rPr lang="en-US" dirty="0"/>
              <a:t>Third level</a:t>
            </a:r>
          </a:p>
        </p:txBody>
      </p:sp>
      <p:sp>
        <p:nvSpPr>
          <p:cNvPr id="15" name="Content Placeholder 4">
            <a:extLst>
              <a:ext uri="{FF2B5EF4-FFF2-40B4-BE49-F238E27FC236}">
                <a16:creationId xmlns:a16="http://schemas.microsoft.com/office/drawing/2014/main" id="{E2C87E21-ABE7-0DBF-35CF-3B4D18C0218B}"/>
              </a:ext>
            </a:extLst>
          </p:cNvPr>
          <p:cNvSpPr>
            <a:spLocks noGrp="1"/>
          </p:cNvSpPr>
          <p:nvPr>
            <p:ph idx="13" hasCustomPrompt="1"/>
          </p:nvPr>
        </p:nvSpPr>
        <p:spPr>
          <a:xfrm>
            <a:off x="8808720" y="2317311"/>
            <a:ext cx="2560320" cy="1764792"/>
          </a:xfrm>
        </p:spPr>
        <p:txBody>
          <a:bodyPr anchor="ctr" anchorCtr="0">
            <a:noAutofit/>
          </a:bodyPr>
          <a:lstStyle>
            <a:lvl1pPr marL="0" indent="0" algn="ctr">
              <a:spcAft>
                <a:spcPts val="0"/>
              </a:spcAft>
              <a:buNone/>
              <a:defRPr sz="6600">
                <a:solidFill>
                  <a:schemeClr val="accent1"/>
                </a:solidFill>
                <a:latin typeface="+mj-lt"/>
              </a:defRPr>
            </a:lvl1pPr>
            <a:lvl2pPr marL="0" indent="0" algn="ctr">
              <a:spcAft>
                <a:spcPts val="300"/>
              </a:spcAft>
              <a:buNone/>
              <a:defRPr sz="1800">
                <a:latin typeface="IntelOne Text Medium" panose="020B0703020203020204" pitchFamily="34" charset="0"/>
              </a:defRPr>
            </a:lvl2pPr>
            <a:lvl3pPr marL="0" indent="0" algn="ctr">
              <a:spcAft>
                <a:spcPts val="300"/>
              </a:spcAft>
              <a:buNone/>
              <a:defRPr sz="1200">
                <a:latin typeface="+mn-lt"/>
              </a:defRPr>
            </a:lvl3pPr>
            <a:lvl4pPr marL="0" indent="0" algn="ctr">
              <a:buNone/>
              <a:defRPr sz="1100"/>
            </a:lvl4pPr>
            <a:lvl5pPr marL="0" indent="0" algn="ctr">
              <a:buNone/>
              <a:defRPr sz="1050"/>
            </a:lvl5pPr>
          </a:lstStyle>
          <a:p>
            <a:pPr lvl="0"/>
            <a:r>
              <a:rPr lang="en-US" dirty="0"/>
              <a:t>Click to edit text styles</a:t>
            </a:r>
          </a:p>
          <a:p>
            <a:pPr lvl="1"/>
            <a:r>
              <a:rPr lang="en-US" dirty="0"/>
              <a:t>Second level</a:t>
            </a:r>
          </a:p>
          <a:p>
            <a:pPr lvl="2"/>
            <a:r>
              <a:rPr lang="en-US" dirty="0"/>
              <a:t>Third level</a:t>
            </a:r>
          </a:p>
        </p:txBody>
      </p:sp>
      <p:sp>
        <p:nvSpPr>
          <p:cNvPr id="16" name="Content Placeholder 5">
            <a:extLst>
              <a:ext uri="{FF2B5EF4-FFF2-40B4-BE49-F238E27FC236}">
                <a16:creationId xmlns:a16="http://schemas.microsoft.com/office/drawing/2014/main" id="{A431B744-B2A5-4A1B-8757-FCC0C8D8CFB6}"/>
              </a:ext>
            </a:extLst>
          </p:cNvPr>
          <p:cNvSpPr>
            <a:spLocks noGrp="1"/>
          </p:cNvSpPr>
          <p:nvPr>
            <p:ph idx="14" hasCustomPrompt="1"/>
          </p:nvPr>
        </p:nvSpPr>
        <p:spPr>
          <a:xfrm>
            <a:off x="8808720" y="4270249"/>
            <a:ext cx="2560320" cy="1764792"/>
          </a:xfrm>
        </p:spPr>
        <p:txBody>
          <a:bodyPr anchor="ctr" anchorCtr="0">
            <a:noAutofit/>
          </a:bodyPr>
          <a:lstStyle>
            <a:lvl1pPr marL="0" indent="0" algn="ctr">
              <a:spcAft>
                <a:spcPts val="0"/>
              </a:spcAft>
              <a:buNone/>
              <a:defRPr sz="6600">
                <a:solidFill>
                  <a:schemeClr val="accent1"/>
                </a:solidFill>
                <a:latin typeface="+mj-lt"/>
              </a:defRPr>
            </a:lvl1pPr>
            <a:lvl2pPr marL="0" indent="0" algn="ctr">
              <a:spcAft>
                <a:spcPts val="300"/>
              </a:spcAft>
              <a:buNone/>
              <a:defRPr sz="1800">
                <a:latin typeface="IntelOne Text Medium" panose="020B0703020203020204" pitchFamily="34" charset="0"/>
              </a:defRPr>
            </a:lvl2pPr>
            <a:lvl3pPr marL="0" indent="0" algn="ctr">
              <a:spcAft>
                <a:spcPts val="300"/>
              </a:spcAft>
              <a:buNone/>
              <a:defRPr sz="1200">
                <a:latin typeface="+mn-lt"/>
              </a:defRPr>
            </a:lvl3pPr>
            <a:lvl4pPr marL="0" indent="0" algn="ctr">
              <a:buNone/>
              <a:defRPr sz="1100"/>
            </a:lvl4pPr>
            <a:lvl5pPr marL="0" indent="0" algn="ctr">
              <a:buNone/>
              <a:defRPr sz="1050"/>
            </a:lvl5pPr>
          </a:lstStyle>
          <a:p>
            <a:pPr lvl="0"/>
            <a:r>
              <a:rPr lang="en-US" dirty="0"/>
              <a:t>Click to edit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731511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160">
          <p15:clr>
            <a:srgbClr val="FBAE40"/>
          </p15:clr>
        </p15:guide>
        <p15:guide id="5"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stics Bottom">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65D6C79-9D37-0E13-82D2-107B3801835E}"/>
              </a:ext>
            </a:extLst>
          </p:cNvPr>
          <p:cNvSpPr>
            <a:spLocks noGrp="1"/>
          </p:cNvSpPr>
          <p:nvPr>
            <p:ph type="title" hasCustomPrompt="1"/>
          </p:nvPr>
        </p:nvSpPr>
        <p:spPr>
          <a:xfrm>
            <a:off x="639763" y="347472"/>
            <a:ext cx="10912474" cy="640080"/>
          </a:xfrm>
        </p:spPr>
        <p:txBody>
          <a:bodyPr/>
          <a:lstStyle/>
          <a:p>
            <a:r>
              <a:rPr lang="en-US" dirty="0"/>
              <a:t>Click to edit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hasCustomPrompt="1"/>
          </p:nvPr>
        </p:nvSpPr>
        <p:spPr>
          <a:xfrm>
            <a:off x="639763" y="1352550"/>
            <a:ext cx="10912474" cy="2478551"/>
          </a:xfrm>
        </p:spPr>
        <p:txBody>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A7D73A8-1A02-9040-4814-89E9B5B3EFEA}"/>
              </a:ext>
              <a:ext uri="{C183D7F6-B498-43B3-948B-1728B52AA6E4}">
                <adec:decorative xmlns:adec="http://schemas.microsoft.com/office/drawing/2017/decorative" val="1"/>
              </a:ext>
            </a:extLst>
          </p:cNvPr>
          <p:cNvSpPr/>
          <p:nvPr userDrawn="1"/>
        </p:nvSpPr>
        <p:spPr>
          <a:xfrm>
            <a:off x="1" y="4100362"/>
            <a:ext cx="12191999" cy="2300438"/>
          </a:xfrm>
          <a:prstGeom prst="rect">
            <a:avLst/>
          </a:prstGeom>
          <a:gradFill flip="none" rotWithShape="1">
            <a:gsLst>
              <a:gs pos="0">
                <a:schemeClr val="bg1"/>
              </a:gs>
              <a:gs pos="100000">
                <a:srgbClr val="E9E9E9"/>
              </a:gs>
            </a:gsLst>
            <a:lin ang="54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lvl="0" indent="0" algn="ctr" defTabSz="825500" fontAlgn="auto"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8" name="Content Placeholder 3">
            <a:extLst>
              <a:ext uri="{FF2B5EF4-FFF2-40B4-BE49-F238E27FC236}">
                <a16:creationId xmlns:a16="http://schemas.microsoft.com/office/drawing/2014/main" id="{6C00D2AC-5CCB-2AD0-E11C-55F9EDAE8C40}"/>
              </a:ext>
            </a:extLst>
          </p:cNvPr>
          <p:cNvSpPr>
            <a:spLocks noGrp="1"/>
          </p:cNvSpPr>
          <p:nvPr>
            <p:ph idx="13" hasCustomPrompt="1"/>
          </p:nvPr>
        </p:nvSpPr>
        <p:spPr>
          <a:xfrm>
            <a:off x="639762" y="4466122"/>
            <a:ext cx="3513985" cy="1568918"/>
          </a:xfrm>
        </p:spPr>
        <p:txBody>
          <a:bodyPr anchor="ctr" anchorCtr="0">
            <a:noAutofit/>
          </a:bodyPr>
          <a:lstStyle>
            <a:lvl1pPr marL="0" indent="0" algn="ctr">
              <a:spcAft>
                <a:spcPts val="0"/>
              </a:spcAft>
              <a:buNone/>
              <a:defRPr sz="6600">
                <a:solidFill>
                  <a:schemeClr val="accent1"/>
                </a:solidFill>
                <a:latin typeface="+mj-lt"/>
              </a:defRPr>
            </a:lvl1pPr>
            <a:lvl2pPr marL="0" indent="0" algn="ctr">
              <a:spcAft>
                <a:spcPts val="300"/>
              </a:spcAft>
              <a:buNone/>
              <a:defRPr sz="1800">
                <a:latin typeface="IntelOne Text Medium" panose="020B0703020203020204" pitchFamily="34" charset="0"/>
              </a:defRPr>
            </a:lvl2pPr>
            <a:lvl3pPr marL="0" indent="0" algn="ctr">
              <a:spcAft>
                <a:spcPts val="300"/>
              </a:spcAft>
              <a:buNone/>
              <a:defRPr sz="1200">
                <a:latin typeface="+mn-lt"/>
              </a:defRPr>
            </a:lvl3pPr>
            <a:lvl4pPr marL="0" indent="0" algn="ctr">
              <a:buNone/>
              <a:defRPr sz="1100"/>
            </a:lvl4pPr>
            <a:lvl5pPr marL="0" indent="0" algn="ctr">
              <a:buNone/>
              <a:defRPr sz="1050"/>
            </a:lvl5pPr>
          </a:lstStyle>
          <a:p>
            <a:pPr lvl="0"/>
            <a:r>
              <a:rPr lang="en-US" dirty="0"/>
              <a:t>Click to edit text styles</a:t>
            </a:r>
          </a:p>
          <a:p>
            <a:pPr lvl="1"/>
            <a:r>
              <a:rPr lang="en-US" dirty="0"/>
              <a:t>Second level</a:t>
            </a:r>
          </a:p>
          <a:p>
            <a:pPr lvl="2"/>
            <a:r>
              <a:rPr lang="en-US" dirty="0"/>
              <a:t>Third level</a:t>
            </a:r>
          </a:p>
        </p:txBody>
      </p:sp>
      <p:sp>
        <p:nvSpPr>
          <p:cNvPr id="17" name="Content Placeholder 4">
            <a:extLst>
              <a:ext uri="{FF2B5EF4-FFF2-40B4-BE49-F238E27FC236}">
                <a16:creationId xmlns:a16="http://schemas.microsoft.com/office/drawing/2014/main" id="{3FEB52B4-A5FA-94B7-AF0F-679406C14E77}"/>
              </a:ext>
            </a:extLst>
          </p:cNvPr>
          <p:cNvSpPr>
            <a:spLocks noGrp="1"/>
          </p:cNvSpPr>
          <p:nvPr>
            <p:ph idx="14" hasCustomPrompt="1"/>
          </p:nvPr>
        </p:nvSpPr>
        <p:spPr>
          <a:xfrm>
            <a:off x="4339008" y="4466122"/>
            <a:ext cx="3513985" cy="1568918"/>
          </a:xfrm>
        </p:spPr>
        <p:txBody>
          <a:bodyPr anchor="ctr" anchorCtr="0">
            <a:noAutofit/>
          </a:bodyPr>
          <a:lstStyle>
            <a:lvl1pPr marL="0" indent="0" algn="ctr">
              <a:spcAft>
                <a:spcPts val="0"/>
              </a:spcAft>
              <a:buNone/>
              <a:defRPr sz="6600">
                <a:solidFill>
                  <a:schemeClr val="accent1"/>
                </a:solidFill>
                <a:latin typeface="+mj-lt"/>
              </a:defRPr>
            </a:lvl1pPr>
            <a:lvl2pPr marL="0" indent="0" algn="ctr">
              <a:spcAft>
                <a:spcPts val="300"/>
              </a:spcAft>
              <a:buNone/>
              <a:defRPr sz="1800">
                <a:latin typeface="IntelOne Text Medium" panose="020B0703020203020204" pitchFamily="34" charset="0"/>
              </a:defRPr>
            </a:lvl2pPr>
            <a:lvl3pPr marL="0" indent="0" algn="ctr">
              <a:spcAft>
                <a:spcPts val="300"/>
              </a:spcAft>
              <a:buNone/>
              <a:defRPr sz="1200">
                <a:latin typeface="+mn-lt"/>
              </a:defRPr>
            </a:lvl3pPr>
            <a:lvl4pPr marL="0" indent="0" algn="ctr">
              <a:buNone/>
              <a:defRPr sz="1100"/>
            </a:lvl4pPr>
            <a:lvl5pPr marL="0" indent="0" algn="ctr">
              <a:buNone/>
              <a:defRPr sz="1050"/>
            </a:lvl5pPr>
          </a:lstStyle>
          <a:p>
            <a:pPr lvl="0"/>
            <a:r>
              <a:rPr lang="en-US" dirty="0"/>
              <a:t>Click to edit text styles</a:t>
            </a:r>
          </a:p>
          <a:p>
            <a:pPr lvl="1"/>
            <a:r>
              <a:rPr lang="en-US" dirty="0"/>
              <a:t>Second level</a:t>
            </a:r>
          </a:p>
          <a:p>
            <a:pPr lvl="2"/>
            <a:r>
              <a:rPr lang="en-US" dirty="0"/>
              <a:t>Third level</a:t>
            </a:r>
          </a:p>
        </p:txBody>
      </p:sp>
      <p:sp>
        <p:nvSpPr>
          <p:cNvPr id="18" name="Content Placeholder 5">
            <a:extLst>
              <a:ext uri="{FF2B5EF4-FFF2-40B4-BE49-F238E27FC236}">
                <a16:creationId xmlns:a16="http://schemas.microsoft.com/office/drawing/2014/main" id="{F3380B29-5A86-7650-A63A-8317825B682A}"/>
              </a:ext>
            </a:extLst>
          </p:cNvPr>
          <p:cNvSpPr>
            <a:spLocks noGrp="1"/>
          </p:cNvSpPr>
          <p:nvPr>
            <p:ph idx="15" hasCustomPrompt="1"/>
          </p:nvPr>
        </p:nvSpPr>
        <p:spPr>
          <a:xfrm>
            <a:off x="8036665" y="4466122"/>
            <a:ext cx="3513985" cy="1568918"/>
          </a:xfrm>
        </p:spPr>
        <p:txBody>
          <a:bodyPr anchor="ctr" anchorCtr="0">
            <a:noAutofit/>
          </a:bodyPr>
          <a:lstStyle>
            <a:lvl1pPr marL="0" indent="0" algn="ctr">
              <a:spcAft>
                <a:spcPts val="0"/>
              </a:spcAft>
              <a:buNone/>
              <a:defRPr sz="6600">
                <a:solidFill>
                  <a:schemeClr val="accent1"/>
                </a:solidFill>
                <a:latin typeface="+mj-lt"/>
              </a:defRPr>
            </a:lvl1pPr>
            <a:lvl2pPr marL="0" indent="0" algn="ctr">
              <a:spcAft>
                <a:spcPts val="300"/>
              </a:spcAft>
              <a:buNone/>
              <a:defRPr sz="1800">
                <a:latin typeface="IntelOne Text Medium" panose="020B0703020203020204" pitchFamily="34" charset="0"/>
              </a:defRPr>
            </a:lvl2pPr>
            <a:lvl3pPr marL="0" indent="0" algn="ctr">
              <a:spcAft>
                <a:spcPts val="300"/>
              </a:spcAft>
              <a:buNone/>
              <a:defRPr sz="1200">
                <a:latin typeface="+mn-lt"/>
              </a:defRPr>
            </a:lvl3pPr>
            <a:lvl4pPr marL="0" indent="0" algn="ctr">
              <a:buNone/>
              <a:defRPr sz="1100"/>
            </a:lvl4pPr>
            <a:lvl5pPr marL="0" indent="0" algn="ctr">
              <a:buNone/>
              <a:defRPr sz="1050"/>
            </a:lvl5pPr>
          </a:lstStyle>
          <a:p>
            <a:pPr lvl="0"/>
            <a:r>
              <a:rPr lang="en-US" dirty="0"/>
              <a:t>Click to edit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7500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160">
          <p15:clr>
            <a:srgbClr val="FBAE40"/>
          </p15:clr>
        </p15:guide>
        <p15:guide id="5"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Frame Whi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CCE575-6B8D-CE65-CA71-FF4D4B610DB5}"/>
              </a:ext>
              <a:ext uri="{C183D7F6-B498-43B3-948B-1728B52AA6E4}">
                <adec:decorative xmlns:adec="http://schemas.microsoft.com/office/drawing/2017/decorative" val="1"/>
              </a:ext>
            </a:extLst>
          </p:cNvPr>
          <p:cNvSpPr/>
          <p:nvPr userDrawn="1"/>
        </p:nvSpPr>
        <p:spPr>
          <a:xfrm>
            <a:off x="457200" y="457200"/>
            <a:ext cx="11277600" cy="59436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hasCustomPrompt="1"/>
          </p:nvPr>
        </p:nvSpPr>
        <p:spPr>
          <a:xfrm>
            <a:off x="914401" y="914400"/>
            <a:ext cx="10363200" cy="5029200"/>
          </a:xfrm>
        </p:spPr>
        <p:txBody>
          <a:bodyPr anchor="ctr" anchorCtr="0">
            <a:normAutofit/>
          </a:bodyPr>
          <a:lstStyle>
            <a:lvl1pPr algn="ctr">
              <a:defRPr sz="4800">
                <a:solidFill>
                  <a:schemeClr val="tx1"/>
                </a:solidFill>
              </a:defRPr>
            </a:lvl1pPr>
          </a:lstStyle>
          <a:p>
            <a:r>
              <a:rPr lang="en-US" dirty="0"/>
              <a:t>Click to edit title style</a:t>
            </a:r>
          </a:p>
        </p:txBody>
      </p:sp>
    </p:spTree>
    <p:extLst>
      <p:ext uri="{BB962C8B-B14F-4D97-AF65-F5344CB8AC3E}">
        <p14:creationId xmlns:p14="http://schemas.microsoft.com/office/powerpoint/2010/main" val="1967066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emplate Guide">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A621CC-18DC-3B06-EEB8-93AE493C6ECD}"/>
              </a:ext>
            </a:extLst>
          </p:cNvPr>
          <p:cNvSpPr>
            <a:spLocks noGrp="1"/>
          </p:cNvSpPr>
          <p:nvPr>
            <p:ph type="title"/>
          </p:nvPr>
        </p:nvSpPr>
        <p:spPr/>
        <p:txBody>
          <a:bodyPr/>
          <a:lstStyle/>
          <a:p>
            <a:r>
              <a:rPr lang="en-US"/>
              <a:t>Click to edit Master title style</a:t>
            </a:r>
          </a:p>
        </p:txBody>
      </p:sp>
      <p:sp>
        <p:nvSpPr>
          <p:cNvPr id="4" name="Rectangle 3" descr="Intel Confidential">
            <a:extLst>
              <a:ext uri="{FF2B5EF4-FFF2-40B4-BE49-F238E27FC236}">
                <a16:creationId xmlns:a16="http://schemas.microsoft.com/office/drawing/2014/main" id="{C5F57D64-E47A-1894-8EDD-A97D821A06F8}"/>
              </a:ext>
            </a:extLst>
          </p:cNvPr>
          <p:cNvSpPr/>
          <p:nvPr userDrawn="1"/>
        </p:nvSpPr>
        <p:spPr>
          <a:xfrm>
            <a:off x="10430459" y="6515100"/>
            <a:ext cx="1121461" cy="228600"/>
          </a:xfrm>
          <a:prstGeom prst="rect">
            <a:avLst/>
          </a:prstGeom>
        </p:spPr>
        <p:txBody>
          <a:bodyPr wrap="none" lIns="0" tIns="0" rIns="0" bIns="0" anchor="ctr" anchorCtr="0">
            <a:noAutofit/>
          </a:bodyPr>
          <a:lstStyle/>
          <a:p>
            <a:pPr algn="r"/>
            <a:r>
              <a:rPr lang="en-US" sz="1000" b="0" i="0" dirty="0">
                <a:solidFill>
                  <a:schemeClr val="tx1"/>
                </a:solidFill>
                <a:latin typeface="+mn-lt"/>
                <a:ea typeface="Intel Clear" panose="020B0604020203020204" pitchFamily="34" charset="0"/>
                <a:cs typeface="Times New Roman" panose="02020603050405020304" pitchFamily="18" charset="0"/>
              </a:rPr>
              <a:t>Intel Confidential</a:t>
            </a:r>
          </a:p>
        </p:txBody>
      </p:sp>
      <p:sp>
        <p:nvSpPr>
          <p:cNvPr id="5" name="Rectangle 4" descr="Department or Event Name">
            <a:extLst>
              <a:ext uri="{FF2B5EF4-FFF2-40B4-BE49-F238E27FC236}">
                <a16:creationId xmlns:a16="http://schemas.microsoft.com/office/drawing/2014/main" id="{71F6AB90-8618-D1FC-2CE3-C65F0658AB97}"/>
              </a:ext>
            </a:extLst>
          </p:cNvPr>
          <p:cNvSpPr/>
          <p:nvPr userDrawn="1"/>
        </p:nvSpPr>
        <p:spPr>
          <a:xfrm>
            <a:off x="640079" y="6515100"/>
            <a:ext cx="3657600" cy="228600"/>
          </a:xfrm>
          <a:prstGeom prst="rect">
            <a:avLst/>
          </a:prstGeom>
        </p:spPr>
        <p:txBody>
          <a:bodyPr wrap="none" lIns="0" tIns="0" rIns="0" bIns="0" anchor="ctr" anchorCtr="0">
            <a:noAutofit/>
          </a:bodyPr>
          <a:lstStyle/>
          <a:p>
            <a:pPr algn="l"/>
            <a:r>
              <a:rPr lang="en-US" sz="1000" b="0" i="0" dirty="0">
                <a:solidFill>
                  <a:schemeClr val="tx1"/>
                </a:solidFill>
                <a:latin typeface="+mn-lt"/>
                <a:ea typeface="Intel Clear" panose="020B0604020203020204" pitchFamily="34" charset="0"/>
                <a:cs typeface="Times New Roman" panose="02020603050405020304" pitchFamily="18" charset="0"/>
              </a:rPr>
              <a:t>PSE-CBE</a:t>
            </a:r>
          </a:p>
        </p:txBody>
      </p:sp>
      <p:sp>
        <p:nvSpPr>
          <p:cNvPr id="6" name="TextBox 5" descr="page number">
            <a:extLst>
              <a:ext uri="{FF2B5EF4-FFF2-40B4-BE49-F238E27FC236}">
                <a16:creationId xmlns:a16="http://schemas.microsoft.com/office/drawing/2014/main" id="{4B6B2BDF-54B7-F1F8-2154-47FACF45E7D5}"/>
              </a:ext>
            </a:extLst>
          </p:cNvPr>
          <p:cNvSpPr txBox="1"/>
          <p:nvPr userDrawn="1"/>
        </p:nvSpPr>
        <p:spPr>
          <a:xfrm>
            <a:off x="11880044" y="6515100"/>
            <a:ext cx="166713" cy="2286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pic>
        <p:nvPicPr>
          <p:cNvPr id="7" name="Image">
            <a:extLst>
              <a:ext uri="{FF2B5EF4-FFF2-40B4-BE49-F238E27FC236}">
                <a16:creationId xmlns:a16="http://schemas.microsoft.com/office/drawing/2014/main" id="{8E5AF9CD-6609-02B7-1598-1FFA230625AC}"/>
              </a:ext>
            </a:extLst>
          </p:cNvPr>
          <p:cNvPicPr>
            <a:picLocks noChangeAspect="1"/>
          </p:cNvPicPr>
          <p:nvPr userDrawn="1"/>
        </p:nvPicPr>
        <p:blipFill>
          <a:blip r:embed="rId2"/>
          <a:srcRect/>
          <a:stretch/>
        </p:blipFill>
        <p:spPr>
          <a:xfrm>
            <a:off x="0" y="6400800"/>
            <a:ext cx="457200" cy="457200"/>
          </a:xfrm>
          <a:prstGeom prst="rect">
            <a:avLst/>
          </a:prstGeom>
          <a:ln w="12700">
            <a:miter lim="400000"/>
          </a:ln>
        </p:spPr>
      </p:pic>
    </p:spTree>
    <p:extLst>
      <p:ext uri="{BB962C8B-B14F-4D97-AF65-F5344CB8AC3E}">
        <p14:creationId xmlns:p14="http://schemas.microsoft.com/office/powerpoint/2010/main" val="2066584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3E175B-4701-5D56-240D-63C9AD14A4CE}"/>
              </a:ext>
            </a:extLst>
          </p:cNvPr>
          <p:cNvSpPr txBox="1"/>
          <p:nvPr userDrawn="1"/>
        </p:nvSpPr>
        <p:spPr>
          <a:xfrm>
            <a:off x="3420428" y="2767281"/>
            <a:ext cx="5351145" cy="1323439"/>
          </a:xfrm>
          <a:prstGeom prst="rect">
            <a:avLst/>
          </a:prstGeom>
          <a:noFill/>
        </p:spPr>
        <p:txBody>
          <a:bodyPr wrap="none" rtlCol="0" anchor="ctr" anchorCtr="0">
            <a:spAutoFit/>
          </a:bodyPr>
          <a:lstStyle/>
          <a:p>
            <a:pPr algn="ctr"/>
            <a:r>
              <a:rPr lang="en-US" sz="8000" dirty="0">
                <a:latin typeface="+mj-lt"/>
              </a:rPr>
              <a:t>Thank You</a:t>
            </a:r>
          </a:p>
        </p:txBody>
      </p:sp>
    </p:spTree>
    <p:extLst>
      <p:ext uri="{BB962C8B-B14F-4D97-AF65-F5344CB8AC3E}">
        <p14:creationId xmlns:p14="http://schemas.microsoft.com/office/powerpoint/2010/main" val="13374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B64A66B-5F35-B525-5F16-CE644AB17A81}"/>
              </a:ext>
            </a:extLst>
          </p:cNvPr>
          <p:cNvGrpSpPr>
            <a:grpSpLocks noChangeAspect="1"/>
          </p:cNvGrpSpPr>
          <p:nvPr userDrawn="1"/>
        </p:nvGrpSpPr>
        <p:grpSpPr>
          <a:xfrm>
            <a:off x="4144824" y="2606040"/>
            <a:ext cx="3902352" cy="1645920"/>
            <a:chOff x="1314450" y="6391094"/>
            <a:chExt cx="997266" cy="420623"/>
          </a:xfrm>
          <a:solidFill>
            <a:schemeClr val="tx1"/>
          </a:solidFill>
        </p:grpSpPr>
        <p:sp>
          <p:nvSpPr>
            <p:cNvPr id="3" name="Freeform: Shape 2">
              <a:extLst>
                <a:ext uri="{FF2B5EF4-FFF2-40B4-BE49-F238E27FC236}">
                  <a16:creationId xmlns:a16="http://schemas.microsoft.com/office/drawing/2014/main" id="{B482DD91-686E-21D8-6E71-9F445071C9DB}"/>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C7FD"/>
            </a:solidFill>
            <a:ln w="9525" cap="flat">
              <a:noFill/>
              <a:prstDash val="solid"/>
              <a:miter/>
            </a:ln>
          </p:spPr>
          <p:txBody>
            <a:bodyPr rtlCol="0" anchor="ctr"/>
            <a:lstStyle/>
            <a:p>
              <a:endParaRPr lang="en-US" dirty="0">
                <a:latin typeface="+mn-lt"/>
                <a:ea typeface="Intel Clear" panose="020B0604020203020204" pitchFamily="34" charset="0"/>
                <a:cs typeface="Times New Roman" panose="02020603050405020304" pitchFamily="18" charset="0"/>
              </a:endParaRPr>
            </a:p>
          </p:txBody>
        </p:sp>
        <p:sp>
          <p:nvSpPr>
            <p:cNvPr id="4" name="Freeform: Shape 3">
              <a:extLst>
                <a:ext uri="{FF2B5EF4-FFF2-40B4-BE49-F238E27FC236}">
                  <a16:creationId xmlns:a16="http://schemas.microsoft.com/office/drawing/2014/main" id="{2F7CA66F-111B-6F13-4BE3-096E930B219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chemeClr val="bg1"/>
            </a:solidFill>
            <a:ln w="9525" cap="flat">
              <a:noFill/>
              <a:prstDash val="solid"/>
              <a:miter/>
            </a:ln>
          </p:spPr>
          <p:txBody>
            <a:bodyPr rtlCol="0" anchor="ctr"/>
            <a:lstStyle/>
            <a:p>
              <a:endParaRPr lang="en-US" dirty="0">
                <a:latin typeface="+mn-lt"/>
                <a:ea typeface="Intel Clear" panose="020B0604020203020204" pitchFamily="34" charset="0"/>
                <a:cs typeface="Times New Roman" panose="02020603050405020304" pitchFamily="18" charset="0"/>
              </a:endParaRPr>
            </a:p>
          </p:txBody>
        </p:sp>
      </p:grpSp>
    </p:spTree>
    <p:extLst>
      <p:ext uri="{BB962C8B-B14F-4D97-AF65-F5344CB8AC3E}">
        <p14:creationId xmlns:p14="http://schemas.microsoft.com/office/powerpoint/2010/main" val="87716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1" y="571501"/>
            <a:ext cx="11010816"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1" y="1673455"/>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2332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9">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641604" y="347472"/>
            <a:ext cx="10908792" cy="640080"/>
          </a:xfrm>
          <a:prstGeom prst="rect">
            <a:avLst/>
          </a:prstGeom>
        </p:spPr>
        <p:txBody>
          <a:bodyPr vert="horz" lIns="0" tIns="0" rIns="0" bIns="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641604" y="1353310"/>
            <a:ext cx="10908792" cy="486460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Image" descr="Image">
            <a:extLst>
              <a:ext uri="{FF2B5EF4-FFF2-40B4-BE49-F238E27FC236}">
                <a16:creationId xmlns:a16="http://schemas.microsoft.com/office/drawing/2014/main" id="{90EE757D-1924-A37B-04FF-AC008864E3AB}"/>
              </a:ext>
            </a:extLst>
          </p:cNvPr>
          <p:cNvPicPr>
            <a:picLocks noChangeAspect="1"/>
          </p:cNvPicPr>
          <p:nvPr userDrawn="1"/>
        </p:nvPicPr>
        <p:blipFill>
          <a:blip r:embed="rId50"/>
          <a:stretch>
            <a:fillRect/>
          </a:stretch>
        </p:blipFill>
        <p:spPr>
          <a:xfrm>
            <a:off x="0" y="6400800"/>
            <a:ext cx="457200" cy="457200"/>
          </a:xfrm>
          <a:prstGeom prst="rect">
            <a:avLst/>
          </a:prstGeom>
          <a:ln w="12700">
            <a:miter lim="400000"/>
          </a:ln>
        </p:spPr>
      </p:pic>
      <p:sp>
        <p:nvSpPr>
          <p:cNvPr id="31" name="Rectangle 30" descr="Intel Confidential">
            <a:extLst>
              <a:ext uri="{FF2B5EF4-FFF2-40B4-BE49-F238E27FC236}">
                <a16:creationId xmlns:a16="http://schemas.microsoft.com/office/drawing/2014/main" id="{50F7413C-6233-12B1-FAC7-FD700D3FD900}"/>
              </a:ext>
            </a:extLst>
          </p:cNvPr>
          <p:cNvSpPr/>
          <p:nvPr userDrawn="1"/>
        </p:nvSpPr>
        <p:spPr>
          <a:xfrm>
            <a:off x="10430459" y="6515100"/>
            <a:ext cx="1121461" cy="228600"/>
          </a:xfrm>
          <a:prstGeom prst="rect">
            <a:avLst/>
          </a:prstGeom>
        </p:spPr>
        <p:txBody>
          <a:bodyPr wrap="none" lIns="0" tIns="0" rIns="0" bIns="0" anchor="ctr" anchorCtr="0">
            <a:noAutofit/>
          </a:bodyPr>
          <a:lstStyle/>
          <a:p>
            <a:pPr algn="r"/>
            <a:r>
              <a:rPr lang="en-US" sz="1000" b="0" i="0" dirty="0">
                <a:solidFill>
                  <a:schemeClr val="tx1"/>
                </a:solidFill>
                <a:latin typeface="+mn-lt"/>
                <a:ea typeface="Intel Clear" panose="020B0604020203020204" pitchFamily="34" charset="0"/>
                <a:cs typeface="Times New Roman" panose="02020603050405020304" pitchFamily="18" charset="0"/>
              </a:rPr>
              <a:t>Intel Confidential</a:t>
            </a:r>
          </a:p>
        </p:txBody>
      </p:sp>
      <p:sp>
        <p:nvSpPr>
          <p:cNvPr id="32" name="Rectangle 31" descr="Department or Event Name">
            <a:extLst>
              <a:ext uri="{FF2B5EF4-FFF2-40B4-BE49-F238E27FC236}">
                <a16:creationId xmlns:a16="http://schemas.microsoft.com/office/drawing/2014/main" id="{37A11715-A1C2-01F6-0ACA-09FC70BB1267}"/>
              </a:ext>
            </a:extLst>
          </p:cNvPr>
          <p:cNvSpPr/>
          <p:nvPr userDrawn="1"/>
        </p:nvSpPr>
        <p:spPr>
          <a:xfrm>
            <a:off x="640079" y="6515100"/>
            <a:ext cx="3657600" cy="228600"/>
          </a:xfrm>
          <a:prstGeom prst="rect">
            <a:avLst/>
          </a:prstGeom>
        </p:spPr>
        <p:txBody>
          <a:bodyPr wrap="none" lIns="0" tIns="0" rIns="0" bIns="0" anchor="ctr" anchorCtr="0">
            <a:noAutofit/>
          </a:bodyPr>
          <a:lstStyle/>
          <a:p>
            <a:pPr algn="l"/>
            <a:r>
              <a:rPr lang="en-US" sz="1000" b="0" i="0" dirty="0">
                <a:solidFill>
                  <a:schemeClr val="tx1"/>
                </a:solidFill>
                <a:latin typeface="+mn-lt"/>
                <a:ea typeface="Intel Clear" panose="020B0604020203020204" pitchFamily="34" charset="0"/>
                <a:cs typeface="Times New Roman" panose="02020603050405020304" pitchFamily="18" charset="0"/>
              </a:rPr>
              <a:t>PSE-CBE</a:t>
            </a:r>
          </a:p>
        </p:txBody>
      </p:sp>
      <p:sp>
        <p:nvSpPr>
          <p:cNvPr id="35" name="TextBox 34" descr="page number">
            <a:extLst>
              <a:ext uri="{FF2B5EF4-FFF2-40B4-BE49-F238E27FC236}">
                <a16:creationId xmlns:a16="http://schemas.microsoft.com/office/drawing/2014/main" id="{486E0BF1-5B6E-0984-D4F2-820E44DD2418}"/>
              </a:ext>
            </a:extLst>
          </p:cNvPr>
          <p:cNvSpPr txBox="1"/>
          <p:nvPr userDrawn="1"/>
        </p:nvSpPr>
        <p:spPr>
          <a:xfrm>
            <a:off x="11880044" y="6515100"/>
            <a:ext cx="166713" cy="2286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32737113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96" r:id="rId3"/>
    <p:sldLayoutId id="2147483676" r:id="rId4"/>
    <p:sldLayoutId id="2147483689" r:id="rId5"/>
    <p:sldLayoutId id="2147483688" r:id="rId6"/>
    <p:sldLayoutId id="2147483697"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 id="2147483762" r:id="rId17"/>
    <p:sldLayoutId id="2147483763" r:id="rId18"/>
    <p:sldLayoutId id="2147483764" r:id="rId19"/>
    <p:sldLayoutId id="2147483765" r:id="rId20"/>
    <p:sldLayoutId id="2147483766" r:id="rId21"/>
    <p:sldLayoutId id="2147483767" r:id="rId22"/>
    <p:sldLayoutId id="2147483768" r:id="rId23"/>
    <p:sldLayoutId id="2147483769" r:id="rId24"/>
    <p:sldLayoutId id="2147483770" r:id="rId25"/>
    <p:sldLayoutId id="2147483771" r:id="rId26"/>
    <p:sldLayoutId id="2147483772" r:id="rId27"/>
    <p:sldLayoutId id="2147483773" r:id="rId28"/>
    <p:sldLayoutId id="2147483774" r:id="rId29"/>
    <p:sldLayoutId id="2147483775" r:id="rId30"/>
    <p:sldLayoutId id="2147483776" r:id="rId31"/>
    <p:sldLayoutId id="2147483777" r:id="rId32"/>
    <p:sldLayoutId id="2147483778" r:id="rId33"/>
    <p:sldLayoutId id="2147483779" r:id="rId34"/>
    <p:sldLayoutId id="2147483780" r:id="rId35"/>
    <p:sldLayoutId id="2147483781" r:id="rId36"/>
    <p:sldLayoutId id="2147483782" r:id="rId37"/>
    <p:sldLayoutId id="2147483783" r:id="rId38"/>
    <p:sldLayoutId id="2147483784" r:id="rId39"/>
    <p:sldLayoutId id="2147483785" r:id="rId40"/>
    <p:sldLayoutId id="2147483786" r:id="rId41"/>
    <p:sldLayoutId id="2147483787" r:id="rId42"/>
    <p:sldLayoutId id="2147483788" r:id="rId43"/>
    <p:sldLayoutId id="2147483752" r:id="rId44"/>
    <p:sldLayoutId id="2147483699" r:id="rId45"/>
    <p:sldLayoutId id="2147483796" r:id="rId46"/>
    <p:sldLayoutId id="2147483797" r:id="rId4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Clr>
          <a:schemeClr val="accent1"/>
        </a:buClr>
        <a:buFont typeface="IntelOne Display Regular" panose="020B0503020203020204" pitchFamily="34" charset="0"/>
        <a:buChar char="•"/>
        <a:defRPr sz="2000" b="0" i="0" kern="1200">
          <a:solidFill>
            <a:schemeClr val="tx1"/>
          </a:solidFill>
          <a:latin typeface="+mn-lt"/>
          <a:ea typeface="+mn-ea"/>
          <a:cs typeface="+mn-cs"/>
        </a:defRPr>
      </a:lvl1pPr>
      <a:lvl2pPr marL="457200" indent="-228600" algn="l" defTabSz="914400" rtl="0" eaLnBrk="1" latinLnBrk="0" hangingPunct="1">
        <a:lnSpc>
          <a:spcPct val="100000"/>
        </a:lnSpc>
        <a:spcBef>
          <a:spcPts val="0"/>
        </a:spcBef>
        <a:spcAft>
          <a:spcPts val="1200"/>
        </a:spcAft>
        <a:buClr>
          <a:schemeClr val="accent1"/>
        </a:buClr>
        <a:buFont typeface="IntelOne Text" panose="020B0503020203020204" pitchFamily="34" charset="0"/>
        <a:buChar char="–"/>
        <a:defRPr sz="2000" b="0" i="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Clr>
          <a:schemeClr val="accent1"/>
        </a:buClr>
        <a:buFont typeface="IntelOne Display Regular" panose="020B0503020203020204" pitchFamily="34" charset="0"/>
        <a:buChar char="•"/>
        <a:defRPr sz="2000" b="0" i="0" kern="1200">
          <a:solidFill>
            <a:schemeClr val="tx1"/>
          </a:solidFill>
          <a:latin typeface="+mn-lt"/>
          <a:ea typeface="+mn-ea"/>
          <a:cs typeface="+mn-cs"/>
        </a:defRPr>
      </a:lvl3pPr>
      <a:lvl4pPr marL="914400" indent="-228600" algn="l" defTabSz="914400" rtl="0" eaLnBrk="1" latinLnBrk="0" hangingPunct="1">
        <a:lnSpc>
          <a:spcPct val="100000"/>
        </a:lnSpc>
        <a:spcBef>
          <a:spcPts val="0"/>
        </a:spcBef>
        <a:spcAft>
          <a:spcPts val="1200"/>
        </a:spcAft>
        <a:buClr>
          <a:schemeClr val="accent1"/>
        </a:buClr>
        <a:buFont typeface="IntelOne Text" panose="020B0503020203020204" pitchFamily="34" charset="0"/>
        <a:buChar char="–"/>
        <a:defRPr sz="2000" b="0" i="0" kern="1200">
          <a:solidFill>
            <a:schemeClr val="tx1"/>
          </a:solidFill>
          <a:latin typeface="+mn-lt"/>
          <a:ea typeface="+mn-ea"/>
          <a:cs typeface="+mn-cs"/>
        </a:defRPr>
      </a:lvl4pPr>
      <a:lvl5pPr marL="1143000" indent="-228600" algn="l" defTabSz="914400" rtl="0" eaLnBrk="1" latinLnBrk="0" hangingPunct="1">
        <a:lnSpc>
          <a:spcPct val="100000"/>
        </a:lnSpc>
        <a:spcBef>
          <a:spcPts val="0"/>
        </a:spcBef>
        <a:spcAft>
          <a:spcPts val="1200"/>
        </a:spcAft>
        <a:buClr>
          <a:schemeClr val="accent1"/>
        </a:buClr>
        <a:buFont typeface="IntelOne Display Regular" panose="020B0503020203020204" pitchFamily="34" charset="0"/>
        <a:buChar char="•"/>
        <a:tabLst/>
        <a:defRPr sz="20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88" userDrawn="1">
          <p15:clr>
            <a:srgbClr val="F26B43"/>
          </p15:clr>
        </p15:guide>
        <p15:guide id="4" pos="7392" userDrawn="1">
          <p15:clr>
            <a:srgbClr val="F26B43"/>
          </p15:clr>
        </p15:guide>
        <p15:guide id="5" orient="horz" pos="288" userDrawn="1">
          <p15:clr>
            <a:srgbClr val="F26B43"/>
          </p15:clr>
        </p15:guide>
        <p15:guide id="6" orient="horz" pos="4032" userDrawn="1">
          <p15:clr>
            <a:srgbClr val="F26B43"/>
          </p15:clr>
        </p15:guide>
        <p15:guide id="7" orient="horz" pos="402" userDrawn="1">
          <p15:clr>
            <a:srgbClr val="F26B43"/>
          </p15:clr>
        </p15:guide>
        <p15:guide id="8" orient="horz" pos="622" userDrawn="1">
          <p15:clr>
            <a:srgbClr val="F26B43"/>
          </p15:clr>
        </p15:guide>
        <p15:guide id="9" orient="horz" pos="851" userDrawn="1">
          <p15:clr>
            <a:srgbClr val="F26B43"/>
          </p15:clr>
        </p15:guide>
        <p15:guide id="10" orient="horz" pos="2383" userDrawn="1">
          <p15:clr>
            <a:srgbClr val="F26B43"/>
          </p15:clr>
        </p15:guide>
        <p15:guide id="11" orient="horz" pos="3917" userDrawn="1">
          <p15:clr>
            <a:srgbClr val="F26B43"/>
          </p15:clr>
        </p15:guide>
        <p15:guide id="12" pos="7276" userDrawn="1">
          <p15:clr>
            <a:srgbClr val="F26B43"/>
          </p15:clr>
        </p15:guide>
        <p15:guide id="13" pos="40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hyperlink" Target="http://goto/onebom" TargetMode="External"/><Relationship Id="rId2" Type="http://schemas.openxmlformats.org/officeDocument/2006/relationships/notesSlide" Target="../notesSlides/notesSlide3.xml"/><Relationship Id="rId1" Type="http://schemas.openxmlformats.org/officeDocument/2006/relationships/slideLayout" Target="../slideLayouts/slideLayout35.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diagramLayout" Target="../diagrams/layout1.xml"/><Relationship Id="rId7" Type="http://schemas.openxmlformats.org/officeDocument/2006/relationships/image" Target="../media/image13.png"/><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8" Type="http://schemas.openxmlformats.org/officeDocument/2006/relationships/hyperlink" Target="https://www.federalregister.gov/documents/2021/05/17/2021-10460/improving-the-nations-cybersecurity" TargetMode="Externa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diagramColors" Target="../diagrams/colors2.xml"/><Relationship Id="rId11" Type="http://schemas.openxmlformats.org/officeDocument/2006/relationships/hyperlink" Target="https://api.army.mil/e2/c/downloads/2024/10/17/4072ab1e/asaalt-software-bill-of-materials-policy-signed.pdf" TargetMode="External"/><Relationship Id="rId5" Type="http://schemas.openxmlformats.org/officeDocument/2006/relationships/diagramQuickStyle" Target="../diagrams/quickStyle2.xml"/><Relationship Id="rId10" Type="http://schemas.openxmlformats.org/officeDocument/2006/relationships/hyperlink" Target="https://www.fda.gov/media/173516/download" TargetMode="External"/><Relationship Id="rId4" Type="http://schemas.openxmlformats.org/officeDocument/2006/relationships/diagramLayout" Target="../diagrams/layout2.xml"/><Relationship Id="rId9" Type="http://schemas.openxmlformats.org/officeDocument/2006/relationships/hyperlink" Target="https://www.federalregister.gov/d/2021-10460/p-153"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hyperlink" Target="https://intel.sharepoint.com/sites/fid-fiv-technical-forum/Shared%20Documents/General/1BOM/PTL/IFWI/PTL-IFWI-Payloads.xlsx?web=1" TargetMode="External"/><Relationship Id="rId18" Type="http://schemas.openxmlformats.org/officeDocument/2006/relationships/image" Target="../media/image21.png"/><Relationship Id="rId3" Type="http://schemas.openxmlformats.org/officeDocument/2006/relationships/image" Target="../media/image140.png"/><Relationship Id="rId7" Type="http://schemas.openxmlformats.org/officeDocument/2006/relationships/image" Target="../media/image160.png"/><Relationship Id="rId12" Type="http://schemas.openxmlformats.org/officeDocument/2006/relationships/hyperlink" Target="https://intel.sharepoint.com/sites/fid-fiv-technical-forum/Shared%20Documents/General/1BOM/PTL/BIOS/PTL-BIOS-Payloads.xlsx?web=1" TargetMode="External"/><Relationship Id="rId17" Type="http://schemas.openxmlformats.org/officeDocument/2006/relationships/image" Target="../media/image200.png"/><Relationship Id="rId2" Type="http://schemas.openxmlformats.org/officeDocument/2006/relationships/image" Target="../media/image14.png"/><Relationship Id="rId16" Type="http://schemas.openxmlformats.org/officeDocument/2006/relationships/image" Target="../media/image20.png"/><Relationship Id="rId1" Type="http://schemas.openxmlformats.org/officeDocument/2006/relationships/slideLayout" Target="../slideLayouts/slideLayout44.xml"/><Relationship Id="rId6" Type="http://schemas.openxmlformats.org/officeDocument/2006/relationships/image" Target="../media/image16.png"/><Relationship Id="rId11" Type="http://schemas.openxmlformats.org/officeDocument/2006/relationships/image" Target="../media/image180.png"/><Relationship Id="rId5" Type="http://schemas.openxmlformats.org/officeDocument/2006/relationships/image" Target="../media/image150.png"/><Relationship Id="rId15" Type="http://schemas.openxmlformats.org/officeDocument/2006/relationships/image" Target="../media/image190.png"/><Relationship Id="rId10" Type="http://schemas.openxmlformats.org/officeDocument/2006/relationships/image" Target="../media/image18.png"/><Relationship Id="rId19" Type="http://schemas.openxmlformats.org/officeDocument/2006/relationships/image" Target="../media/image210.png"/><Relationship Id="rId4" Type="http://schemas.openxmlformats.org/officeDocument/2006/relationships/image" Target="../media/image15.png"/><Relationship Id="rId9" Type="http://schemas.openxmlformats.org/officeDocument/2006/relationships/image" Target="../media/image170.png"/><Relationship Id="rId1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7.xml"/></Relationships>
</file>

<file path=ppt/slides/_rels/slide18.xml.rels><?xml version="1.0" encoding="UTF-8" standalone="yes"?>
<Relationships xmlns="http://schemas.openxmlformats.org/package/2006/relationships"><Relationship Id="rId3" Type="http://schemas.openxmlformats.org/officeDocument/2006/relationships/hyperlink" Target="https://memorialization.app.intel.com/" TargetMode="External"/><Relationship Id="rId2" Type="http://schemas.openxmlformats.org/officeDocument/2006/relationships/notesSlide" Target="../notesSlides/notesSlide11.xml"/><Relationship Id="rId1" Type="http://schemas.openxmlformats.org/officeDocument/2006/relationships/slideLayout" Target="../slideLayouts/slideLayout47.xml"/><Relationship Id="rId5" Type="http://schemas.openxmlformats.org/officeDocument/2006/relationships/image" Target="../media/image100.png"/><Relationship Id="rId4" Type="http://schemas.openxmlformats.org/officeDocument/2006/relationships/customXml" Target="../ink/ink1.xml"/></Relationships>
</file>

<file path=ppt/slides/_rels/slide19.xml.rels><?xml version="1.0" encoding="UTF-8" standalone="yes"?>
<Relationships xmlns="http://schemas.openxmlformats.org/package/2006/relationships"><Relationship Id="rId3" Type="http://schemas.openxmlformats.org/officeDocument/2006/relationships/hyperlink" Target="https://wiki.ith.intel.com/pages/viewpage.action?pageId=4242644732" TargetMode="External"/><Relationship Id="rId2" Type="http://schemas.openxmlformats.org/officeDocument/2006/relationships/notesSlide" Target="../notesSlides/notesSlide12.xml"/><Relationship Id="rId1" Type="http://schemas.openxmlformats.org/officeDocument/2006/relationships/slideLayout" Target="../slideLayouts/slideLayout47.xml"/></Relationships>
</file>

<file path=ppt/slides/_rels/slide20.xml.rels><?xml version="1.0" encoding="UTF-8" standalone="yes"?>
<Relationships xmlns="http://schemas.openxmlformats.org/package/2006/relationships"><Relationship Id="rId2" Type="http://schemas.openxmlformats.org/officeDocument/2006/relationships/hyperlink" Target="https://memorialization.app.intel.com/" TargetMode="External"/><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4B23C7CB-B31E-49F0-C35B-BD6017ED540F}"/>
              </a:ext>
            </a:extLst>
          </p:cNvPr>
          <p:cNvSpPr>
            <a:spLocks noGrp="1"/>
          </p:cNvSpPr>
          <p:nvPr>
            <p:ph type="body" sz="quarter" idx="10"/>
          </p:nvPr>
        </p:nvSpPr>
        <p:spPr>
          <a:xfrm>
            <a:off x="638174" y="1162593"/>
            <a:ext cx="4234271" cy="387169"/>
          </a:xfrm>
        </p:spPr>
        <p:txBody>
          <a:bodyPr>
            <a:normAutofit/>
          </a:bodyPr>
          <a:lstStyle/>
          <a:p>
            <a:r>
              <a:rPr lang="en-US" sz="1800" b="1" dirty="0"/>
              <a:t>CBE Staff Meeting - WW29'25</a:t>
            </a:r>
          </a:p>
        </p:txBody>
      </p:sp>
      <p:sp>
        <p:nvSpPr>
          <p:cNvPr id="2" name="Title 1">
            <a:extLst>
              <a:ext uri="{FF2B5EF4-FFF2-40B4-BE49-F238E27FC236}">
                <a16:creationId xmlns:a16="http://schemas.microsoft.com/office/drawing/2014/main" id="{63036382-81B2-94D7-4B42-0960C98E1ED5}"/>
              </a:ext>
            </a:extLst>
          </p:cNvPr>
          <p:cNvSpPr>
            <a:spLocks noGrp="1"/>
          </p:cNvSpPr>
          <p:nvPr>
            <p:ph type="ctrTitle"/>
          </p:nvPr>
        </p:nvSpPr>
        <p:spPr>
          <a:xfrm>
            <a:off x="638174" y="1635111"/>
            <a:ext cx="4978855" cy="1874852"/>
          </a:xfrm>
        </p:spPr>
        <p:txBody>
          <a:bodyPr anchor="b">
            <a:normAutofit/>
          </a:bodyPr>
          <a:lstStyle/>
          <a:p>
            <a:r>
              <a:rPr lang="en-US" dirty="0"/>
              <a:t>OneBOM and SBOM Update</a:t>
            </a:r>
          </a:p>
        </p:txBody>
      </p:sp>
      <p:sp>
        <p:nvSpPr>
          <p:cNvPr id="9" name="Subtitle 3">
            <a:extLst>
              <a:ext uri="{FF2B5EF4-FFF2-40B4-BE49-F238E27FC236}">
                <a16:creationId xmlns:a16="http://schemas.microsoft.com/office/drawing/2014/main" id="{1E5A928E-E0BD-56D2-EF42-3C1CA5CBF63B}"/>
              </a:ext>
            </a:extLst>
          </p:cNvPr>
          <p:cNvSpPr>
            <a:spLocks noGrp="1"/>
          </p:cNvSpPr>
          <p:nvPr>
            <p:ph type="subTitle" idx="1"/>
          </p:nvPr>
        </p:nvSpPr>
        <p:spPr>
          <a:xfrm>
            <a:off x="1360402" y="3844196"/>
            <a:ext cx="3984171" cy="488046"/>
          </a:xfrm>
        </p:spPr>
        <p:txBody>
          <a:bodyPr>
            <a:normAutofit/>
          </a:bodyPr>
          <a:lstStyle/>
          <a:p>
            <a:pPr algn="r"/>
            <a:r>
              <a:rPr lang="en-US" dirty="0"/>
              <a:t>Shelly Kishore</a:t>
            </a:r>
          </a:p>
        </p:txBody>
      </p:sp>
    </p:spTree>
    <p:extLst>
      <p:ext uri="{BB962C8B-B14F-4D97-AF65-F5344CB8AC3E}">
        <p14:creationId xmlns:p14="http://schemas.microsoft.com/office/powerpoint/2010/main" val="193984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9A3B2-BE13-97DB-F420-97BB707F6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971A0-67F9-8001-0B3E-F329FEF8C9D6}"/>
              </a:ext>
            </a:extLst>
          </p:cNvPr>
          <p:cNvSpPr>
            <a:spLocks noGrp="1"/>
          </p:cNvSpPr>
          <p:nvPr>
            <p:ph type="title"/>
          </p:nvPr>
        </p:nvSpPr>
        <p:spPr>
          <a:xfrm>
            <a:off x="227750" y="1216685"/>
            <a:ext cx="2476337" cy="1162596"/>
          </a:xfrm>
        </p:spPr>
        <p:txBody>
          <a:bodyPr anchor="ctr">
            <a:normAutofit/>
          </a:bodyPr>
          <a:lstStyle/>
          <a:p>
            <a:r>
              <a:rPr lang="en-US" sz="2000" b="1" dirty="0"/>
              <a:t>Acknowledgement</a:t>
            </a:r>
          </a:p>
        </p:txBody>
      </p:sp>
      <p:pic>
        <p:nvPicPr>
          <p:cNvPr id="10" name="Picture 9" descr="Large skydiving group mid-air">
            <a:extLst>
              <a:ext uri="{FF2B5EF4-FFF2-40B4-BE49-F238E27FC236}">
                <a16:creationId xmlns:a16="http://schemas.microsoft.com/office/drawing/2014/main" id="{3B4EFF8F-E333-045C-BE90-F961E6C5567A}"/>
              </a:ext>
            </a:extLst>
          </p:cNvPr>
          <p:cNvPicPr>
            <a:picLocks noChangeAspect="1"/>
          </p:cNvPicPr>
          <p:nvPr/>
        </p:nvPicPr>
        <p:blipFill>
          <a:blip r:embed="rId2"/>
          <a:srcRect t="10757" b="10296"/>
          <a:stretch>
            <a:fillRect/>
          </a:stretch>
        </p:blipFill>
        <p:spPr>
          <a:xfrm>
            <a:off x="12812" y="-2967"/>
            <a:ext cx="6945338" cy="4056385"/>
          </a:xfrm>
          <a:custGeom>
            <a:avLst/>
            <a:gdLst>
              <a:gd name="connsiteX0" fmla="*/ 241985 w 12191997"/>
              <a:gd name="connsiteY0" fmla="*/ 5029200 h 6400799"/>
              <a:gd name="connsiteX1" fmla="*/ 241985 w 12191997"/>
              <a:gd name="connsiteY1" fmla="*/ 5499463 h 6400799"/>
              <a:gd name="connsiteX2" fmla="*/ 712248 w 12191997"/>
              <a:gd name="connsiteY2" fmla="*/ 5499463 h 6400799"/>
              <a:gd name="connsiteX3" fmla="*/ 712248 w 12191997"/>
              <a:gd name="connsiteY3" fmla="*/ 5029200 h 6400799"/>
              <a:gd name="connsiteX4" fmla="*/ 712249 w 12191997"/>
              <a:gd name="connsiteY4" fmla="*/ 1371600 h 6400799"/>
              <a:gd name="connsiteX5" fmla="*/ 712249 w 12191997"/>
              <a:gd name="connsiteY5" fmla="*/ 5029200 h 6400799"/>
              <a:gd name="connsiteX6" fmla="*/ 4369848 w 12191997"/>
              <a:gd name="connsiteY6" fmla="*/ 5029200 h 6400799"/>
              <a:gd name="connsiteX7" fmla="*/ 4369848 w 12191997"/>
              <a:gd name="connsiteY7" fmla="*/ 1371600 h 6400799"/>
              <a:gd name="connsiteX8" fmla="*/ 0 w 12191997"/>
              <a:gd name="connsiteY8" fmla="*/ 0 h 6400799"/>
              <a:gd name="connsiteX9" fmla="*/ 11479747 w 12191997"/>
              <a:gd name="connsiteY9" fmla="*/ 0 h 6400799"/>
              <a:gd name="connsiteX10" fmla="*/ 11734798 w 12191997"/>
              <a:gd name="connsiteY10" fmla="*/ 0 h 6400799"/>
              <a:gd name="connsiteX11" fmla="*/ 12191997 w 12191997"/>
              <a:gd name="connsiteY11" fmla="*/ 0 h 6400799"/>
              <a:gd name="connsiteX12" fmla="*/ 12191997 w 12191997"/>
              <a:gd name="connsiteY12" fmla="*/ 6400799 h 6400799"/>
              <a:gd name="connsiteX13" fmla="*/ 11734798 w 12191997"/>
              <a:gd name="connsiteY13" fmla="*/ 6400799 h 6400799"/>
              <a:gd name="connsiteX14" fmla="*/ 11479747 w 12191997"/>
              <a:gd name="connsiteY14" fmla="*/ 6400799 h 6400799"/>
              <a:gd name="connsiteX15" fmla="*/ 0 w 12191997"/>
              <a:gd name="connsiteY15" fmla="*/ 6400799 h 6400799"/>
              <a:gd name="connsiteX16" fmla="*/ 0 w 12191997"/>
              <a:gd name="connsiteY16" fmla="*/ 5029199 h 6400799"/>
              <a:gd name="connsiteX17" fmla="*/ 241985 w 12191997"/>
              <a:gd name="connsiteY17" fmla="*/ 5029199 h 6400799"/>
              <a:gd name="connsiteX18" fmla="*/ 241985 w 12191997"/>
              <a:gd name="connsiteY18" fmla="*/ 4787214 h 6400799"/>
              <a:gd name="connsiteX19" fmla="*/ 0 w 12191997"/>
              <a:gd name="connsiteY19" fmla="*/ 4787214 h 640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1997" h="6400799">
                <a:moveTo>
                  <a:pt x="241985" y="5029200"/>
                </a:moveTo>
                <a:lnTo>
                  <a:pt x="241985" y="5499463"/>
                </a:lnTo>
                <a:lnTo>
                  <a:pt x="712248" y="5499463"/>
                </a:lnTo>
                <a:lnTo>
                  <a:pt x="712248" y="5029200"/>
                </a:lnTo>
                <a:close/>
                <a:moveTo>
                  <a:pt x="712249" y="1371600"/>
                </a:moveTo>
                <a:lnTo>
                  <a:pt x="712249" y="5029200"/>
                </a:lnTo>
                <a:lnTo>
                  <a:pt x="4369848" y="5029200"/>
                </a:lnTo>
                <a:lnTo>
                  <a:pt x="4369848" y="1371600"/>
                </a:lnTo>
                <a:close/>
                <a:moveTo>
                  <a:pt x="0" y="0"/>
                </a:moveTo>
                <a:lnTo>
                  <a:pt x="11479747" y="0"/>
                </a:lnTo>
                <a:lnTo>
                  <a:pt x="11734798" y="0"/>
                </a:lnTo>
                <a:lnTo>
                  <a:pt x="12191997" y="0"/>
                </a:lnTo>
                <a:lnTo>
                  <a:pt x="12191997" y="6400799"/>
                </a:lnTo>
                <a:lnTo>
                  <a:pt x="11734798" y="6400799"/>
                </a:lnTo>
                <a:lnTo>
                  <a:pt x="11479747" y="6400799"/>
                </a:lnTo>
                <a:lnTo>
                  <a:pt x="0" y="6400799"/>
                </a:lnTo>
                <a:lnTo>
                  <a:pt x="0" y="5029199"/>
                </a:lnTo>
                <a:lnTo>
                  <a:pt x="241985" y="5029199"/>
                </a:lnTo>
                <a:lnTo>
                  <a:pt x="241985" y="4787214"/>
                </a:lnTo>
                <a:lnTo>
                  <a:pt x="0" y="4787214"/>
                </a:lnTo>
                <a:close/>
              </a:path>
            </a:pathLst>
          </a:custGeom>
          <a:noFill/>
        </p:spPr>
      </p:pic>
      <p:sp>
        <p:nvSpPr>
          <p:cNvPr id="11" name="TextBox 10">
            <a:extLst>
              <a:ext uri="{FF2B5EF4-FFF2-40B4-BE49-F238E27FC236}">
                <a16:creationId xmlns:a16="http://schemas.microsoft.com/office/drawing/2014/main" id="{8DFE9EE5-8A38-2C2F-7427-C4254E47C8A3}"/>
              </a:ext>
            </a:extLst>
          </p:cNvPr>
          <p:cNvSpPr txBox="1"/>
          <p:nvPr/>
        </p:nvSpPr>
        <p:spPr>
          <a:xfrm>
            <a:off x="7165649" y="130109"/>
            <a:ext cx="2745976" cy="2123658"/>
          </a:xfrm>
          <a:prstGeom prst="rect">
            <a:avLst/>
          </a:prstGeom>
        </p:spPr>
        <p:style>
          <a:lnRef idx="0">
            <a:schemeClr val="accent5"/>
          </a:lnRef>
          <a:fillRef idx="3">
            <a:schemeClr val="accent5"/>
          </a:fillRef>
          <a:effectRef idx="3">
            <a:schemeClr val="accent5"/>
          </a:effectRef>
          <a:fontRef idx="minor">
            <a:schemeClr val="lt1"/>
          </a:fontRef>
        </p:style>
        <p:txBody>
          <a:bodyPr wrap="square" lIns="137160" tIns="137160" rIns="137160" bIns="137160" rtlCol="0">
            <a:spAutoFit/>
          </a:bodyPr>
          <a:lstStyle/>
          <a:p>
            <a:pPr algn="l"/>
            <a:r>
              <a:rPr lang="en-US" sz="1000" b="1" u="sng" dirty="0"/>
              <a:t>CBE-CBD</a:t>
            </a:r>
          </a:p>
          <a:p>
            <a:r>
              <a:rPr lang="en-US" sz="1000" b="1" dirty="0"/>
              <a:t>Hira, Ashish*</a:t>
            </a:r>
          </a:p>
          <a:p>
            <a:r>
              <a:rPr lang="en-US" sz="1000" b="1" dirty="0"/>
              <a:t>Chhabbi, Shreesh</a:t>
            </a:r>
          </a:p>
          <a:p>
            <a:r>
              <a:rPr lang="en-US" sz="1000" b="1" dirty="0"/>
              <a:t>Prakashan, Krishnadas Veliyathuparambil</a:t>
            </a:r>
          </a:p>
          <a:p>
            <a:r>
              <a:rPr lang="en-US" sz="1000" b="1" dirty="0"/>
              <a:t>Pingle, Sneha S </a:t>
            </a:r>
          </a:p>
          <a:p>
            <a:r>
              <a:rPr lang="en-US" sz="1000" b="1" dirty="0"/>
              <a:t>Bandaru, Purna Chandra Rao</a:t>
            </a:r>
          </a:p>
          <a:p>
            <a:r>
              <a:rPr lang="en-US" sz="1000" b="1" dirty="0"/>
              <a:t>Singh, Pradeep Kumar </a:t>
            </a:r>
          </a:p>
          <a:p>
            <a:r>
              <a:rPr lang="en-US" sz="1000" b="1" dirty="0"/>
              <a:t>Shinde, Amol</a:t>
            </a:r>
          </a:p>
          <a:p>
            <a:r>
              <a:rPr lang="fr-FR" sz="1000" b="1" dirty="0"/>
              <a:t>Lu, James </a:t>
            </a:r>
          </a:p>
          <a:p>
            <a:r>
              <a:rPr lang="fr-FR" sz="1000" b="1" dirty="0"/>
              <a:t>Prabhala, Varalakshmi A</a:t>
            </a:r>
          </a:p>
          <a:p>
            <a:r>
              <a:rPr lang="da-DK" sz="1000" b="1" dirty="0"/>
              <a:t>Patil, Ajit1 </a:t>
            </a:r>
          </a:p>
          <a:p>
            <a:r>
              <a:rPr lang="fr-FR" sz="1000" b="1" dirty="0"/>
              <a:t>Reyes, Darbin</a:t>
            </a:r>
          </a:p>
        </p:txBody>
      </p:sp>
      <p:sp>
        <p:nvSpPr>
          <p:cNvPr id="12" name="TextBox 11">
            <a:extLst>
              <a:ext uri="{FF2B5EF4-FFF2-40B4-BE49-F238E27FC236}">
                <a16:creationId xmlns:a16="http://schemas.microsoft.com/office/drawing/2014/main" id="{8148596F-225F-8ECB-AF5F-C43FBEAF1BBF}"/>
              </a:ext>
            </a:extLst>
          </p:cNvPr>
          <p:cNvSpPr txBox="1"/>
          <p:nvPr/>
        </p:nvSpPr>
        <p:spPr>
          <a:xfrm>
            <a:off x="7173088" y="2377538"/>
            <a:ext cx="2759040" cy="1661993"/>
          </a:xfrm>
          <a:prstGeom prst="rect">
            <a:avLst/>
          </a:prstGeom>
        </p:spPr>
        <p:style>
          <a:lnRef idx="0">
            <a:schemeClr val="accent5"/>
          </a:lnRef>
          <a:fillRef idx="3">
            <a:schemeClr val="accent5"/>
          </a:fillRef>
          <a:effectRef idx="3">
            <a:schemeClr val="accent5"/>
          </a:effectRef>
          <a:fontRef idx="minor">
            <a:schemeClr val="lt1"/>
          </a:fontRef>
        </p:style>
        <p:txBody>
          <a:bodyPr wrap="square" lIns="137160" tIns="137160" rIns="137160" bIns="137160" rtlCol="0">
            <a:spAutoFit/>
          </a:bodyPr>
          <a:lstStyle/>
          <a:p>
            <a:pPr algn="l"/>
            <a:r>
              <a:rPr lang="en-US" sz="1000" b="1" u="sng" dirty="0"/>
              <a:t>CBE-Validation</a:t>
            </a:r>
          </a:p>
          <a:p>
            <a:pPr algn="l"/>
            <a:r>
              <a:rPr lang="en-US" sz="1000" b="1" dirty="0"/>
              <a:t>Sapra, Rajesh*</a:t>
            </a:r>
          </a:p>
          <a:p>
            <a:r>
              <a:rPr lang="fi-FI" sz="1000" b="1" dirty="0"/>
              <a:t>Annamaneni, Ajay K</a:t>
            </a:r>
          </a:p>
          <a:p>
            <a:r>
              <a:rPr lang="fi-FI" sz="1000" b="1" dirty="0"/>
              <a:t>Bangalore, Naveen*</a:t>
            </a:r>
          </a:p>
          <a:p>
            <a:r>
              <a:rPr lang="fi-FI" sz="1000" b="1" dirty="0"/>
              <a:t>Shetty, Sunil</a:t>
            </a:r>
          </a:p>
          <a:p>
            <a:r>
              <a:rPr lang="fi-FI" sz="1000" b="1" dirty="0"/>
              <a:t>Salunke, Manoj</a:t>
            </a:r>
          </a:p>
          <a:p>
            <a:r>
              <a:rPr lang="fi-FI" sz="1000" b="1" dirty="0"/>
              <a:t>Muthukrishnan, Rambalaji</a:t>
            </a:r>
          </a:p>
          <a:p>
            <a:r>
              <a:rPr lang="fi-FI" sz="1000" b="1" dirty="0"/>
              <a:t>Muniyandi Selvaraj Manopriya</a:t>
            </a:r>
          </a:p>
          <a:p>
            <a:r>
              <a:rPr lang="sv-SE" sz="1000" b="1" dirty="0"/>
              <a:t>Chinnathambi, Charlamenan</a:t>
            </a:r>
            <a:endParaRPr lang="fi-FI" sz="1000" b="1" dirty="0"/>
          </a:p>
        </p:txBody>
      </p:sp>
      <p:sp>
        <p:nvSpPr>
          <p:cNvPr id="13" name="TextBox 12">
            <a:extLst>
              <a:ext uri="{FF2B5EF4-FFF2-40B4-BE49-F238E27FC236}">
                <a16:creationId xmlns:a16="http://schemas.microsoft.com/office/drawing/2014/main" id="{1CF03313-33A9-82EC-4666-4B08D42339B9}"/>
              </a:ext>
            </a:extLst>
          </p:cNvPr>
          <p:cNvSpPr txBox="1"/>
          <p:nvPr/>
        </p:nvSpPr>
        <p:spPr>
          <a:xfrm>
            <a:off x="10038209" y="143410"/>
            <a:ext cx="1996978" cy="584775"/>
          </a:xfrm>
          <a:prstGeom prst="rect">
            <a:avLst/>
          </a:prstGeom>
        </p:spPr>
        <p:style>
          <a:lnRef idx="0">
            <a:schemeClr val="accent5"/>
          </a:lnRef>
          <a:fillRef idx="3">
            <a:schemeClr val="accent5"/>
          </a:fillRef>
          <a:effectRef idx="3">
            <a:schemeClr val="accent5"/>
          </a:effectRef>
          <a:fontRef idx="minor">
            <a:schemeClr val="lt1"/>
          </a:fontRef>
        </p:style>
        <p:txBody>
          <a:bodyPr wrap="square" lIns="137160" tIns="137160" rIns="137160" bIns="137160" rtlCol="0">
            <a:spAutoFit/>
          </a:bodyPr>
          <a:lstStyle/>
          <a:p>
            <a:pPr algn="l"/>
            <a:r>
              <a:rPr lang="en-US" sz="1000" b="1" u="sng" dirty="0"/>
              <a:t>CBE-Security</a:t>
            </a:r>
          </a:p>
          <a:p>
            <a:r>
              <a:rPr lang="en-US" sz="1000" b="1" dirty="0"/>
              <a:t>Adoni Mohammed, Ghouse*</a:t>
            </a:r>
          </a:p>
        </p:txBody>
      </p:sp>
      <p:sp>
        <p:nvSpPr>
          <p:cNvPr id="14" name="TextBox 13">
            <a:extLst>
              <a:ext uri="{FF2B5EF4-FFF2-40B4-BE49-F238E27FC236}">
                <a16:creationId xmlns:a16="http://schemas.microsoft.com/office/drawing/2014/main" id="{8D0A517A-9F30-58FA-16A3-729D03A4A59A}"/>
              </a:ext>
            </a:extLst>
          </p:cNvPr>
          <p:cNvSpPr txBox="1"/>
          <p:nvPr/>
        </p:nvSpPr>
        <p:spPr>
          <a:xfrm>
            <a:off x="10038209" y="3292477"/>
            <a:ext cx="1996977" cy="738664"/>
          </a:xfrm>
          <a:prstGeom prst="rect">
            <a:avLst/>
          </a:prstGeom>
        </p:spPr>
        <p:style>
          <a:lnRef idx="0">
            <a:schemeClr val="accent6"/>
          </a:lnRef>
          <a:fillRef idx="3">
            <a:schemeClr val="accent6"/>
          </a:fillRef>
          <a:effectRef idx="3">
            <a:schemeClr val="accent6"/>
          </a:effectRef>
          <a:fontRef idx="minor">
            <a:schemeClr val="lt1"/>
          </a:fontRef>
        </p:style>
        <p:txBody>
          <a:bodyPr wrap="square" lIns="137160" tIns="137160" rIns="137160" bIns="137160" rtlCol="0">
            <a:spAutoFit/>
          </a:bodyPr>
          <a:lstStyle/>
          <a:p>
            <a:pPr algn="l"/>
            <a:r>
              <a:rPr lang="en-US" sz="1000" b="1" u="sng" dirty="0"/>
              <a:t>C4S</a:t>
            </a:r>
          </a:p>
          <a:p>
            <a:r>
              <a:rPr lang="en-US" sz="1000" b="1" dirty="0"/>
              <a:t>Shorey, Chris</a:t>
            </a:r>
          </a:p>
          <a:p>
            <a:r>
              <a:rPr lang="sv-SE" sz="1000" b="1" dirty="0"/>
              <a:t>Doan, Benjamin </a:t>
            </a:r>
            <a:r>
              <a:rPr lang="en-US" sz="1000" b="1" dirty="0"/>
              <a:t> </a:t>
            </a:r>
          </a:p>
        </p:txBody>
      </p:sp>
      <p:sp>
        <p:nvSpPr>
          <p:cNvPr id="15" name="TextBox 14">
            <a:extLst>
              <a:ext uri="{FF2B5EF4-FFF2-40B4-BE49-F238E27FC236}">
                <a16:creationId xmlns:a16="http://schemas.microsoft.com/office/drawing/2014/main" id="{D1AA28F4-0403-A3FF-8189-064D65BBD4CD}"/>
              </a:ext>
            </a:extLst>
          </p:cNvPr>
          <p:cNvSpPr txBox="1"/>
          <p:nvPr/>
        </p:nvSpPr>
        <p:spPr>
          <a:xfrm>
            <a:off x="10038208" y="2046403"/>
            <a:ext cx="1996978" cy="892552"/>
          </a:xfrm>
          <a:prstGeom prst="rect">
            <a:avLst/>
          </a:prstGeom>
        </p:spPr>
        <p:style>
          <a:lnRef idx="0">
            <a:schemeClr val="accent6"/>
          </a:lnRef>
          <a:fillRef idx="3">
            <a:schemeClr val="accent6"/>
          </a:fillRef>
          <a:effectRef idx="3">
            <a:schemeClr val="accent6"/>
          </a:effectRef>
          <a:fontRef idx="minor">
            <a:schemeClr val="lt1"/>
          </a:fontRef>
        </p:style>
        <p:txBody>
          <a:bodyPr wrap="square" lIns="137160" tIns="137160" rIns="137160" bIns="137160" rtlCol="0">
            <a:spAutoFit/>
          </a:bodyPr>
          <a:lstStyle/>
          <a:p>
            <a:pPr algn="l"/>
            <a:r>
              <a:rPr lang="en-US" sz="1000" b="1" u="sng" dirty="0"/>
              <a:t>OneBOM Team</a:t>
            </a:r>
          </a:p>
          <a:p>
            <a:r>
              <a:rPr lang="sv-SE" sz="1000" b="1" dirty="0"/>
              <a:t>Balraj, Asha</a:t>
            </a:r>
          </a:p>
          <a:p>
            <a:r>
              <a:rPr lang="nn-NO" sz="1000" b="1" dirty="0"/>
              <a:t>Sethi, Anil Kumar</a:t>
            </a:r>
          </a:p>
          <a:p>
            <a:r>
              <a:rPr lang="pt-BR" sz="1000" b="1" dirty="0"/>
              <a:t>Majumdar, Tamal</a:t>
            </a:r>
            <a:endParaRPr lang="en-US" sz="1000" b="1" dirty="0"/>
          </a:p>
        </p:txBody>
      </p:sp>
      <p:sp>
        <p:nvSpPr>
          <p:cNvPr id="16" name="TextBox 15">
            <a:extLst>
              <a:ext uri="{FF2B5EF4-FFF2-40B4-BE49-F238E27FC236}">
                <a16:creationId xmlns:a16="http://schemas.microsoft.com/office/drawing/2014/main" id="{D4F70141-C9E9-0C67-FF12-17D2BE3F896E}"/>
              </a:ext>
            </a:extLst>
          </p:cNvPr>
          <p:cNvSpPr txBox="1"/>
          <p:nvPr/>
        </p:nvSpPr>
        <p:spPr>
          <a:xfrm>
            <a:off x="10038209" y="1017962"/>
            <a:ext cx="1996978" cy="738664"/>
          </a:xfrm>
          <a:prstGeom prst="rect">
            <a:avLst/>
          </a:prstGeom>
        </p:spPr>
        <p:style>
          <a:lnRef idx="0">
            <a:schemeClr val="accent6"/>
          </a:lnRef>
          <a:fillRef idx="3">
            <a:schemeClr val="accent6"/>
          </a:fillRef>
          <a:effectRef idx="3">
            <a:schemeClr val="accent6"/>
          </a:effectRef>
          <a:fontRef idx="minor">
            <a:schemeClr val="lt1"/>
          </a:fontRef>
        </p:style>
        <p:txBody>
          <a:bodyPr wrap="square" lIns="137160" tIns="137160" rIns="137160" bIns="137160" rtlCol="0">
            <a:spAutoFit/>
          </a:bodyPr>
          <a:lstStyle/>
          <a:p>
            <a:pPr algn="l"/>
            <a:r>
              <a:rPr lang="en-US" sz="1000" b="1" u="sng" dirty="0"/>
              <a:t>CCE</a:t>
            </a:r>
          </a:p>
          <a:p>
            <a:r>
              <a:rPr lang="en-US" sz="1000" b="1" dirty="0"/>
              <a:t>Palakshareddy, Lavanya C </a:t>
            </a:r>
          </a:p>
          <a:p>
            <a:r>
              <a:rPr lang="de-DE" sz="1000" b="1" dirty="0"/>
              <a:t>Ahsan, Mir</a:t>
            </a:r>
            <a:endParaRPr lang="en-US" sz="1000" b="1" dirty="0"/>
          </a:p>
        </p:txBody>
      </p:sp>
    </p:spTree>
    <p:extLst>
      <p:ext uri="{BB962C8B-B14F-4D97-AF65-F5344CB8AC3E}">
        <p14:creationId xmlns:p14="http://schemas.microsoft.com/office/powerpoint/2010/main" val="2565377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42673-2F0F-04E7-040C-EF407419E937}"/>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BD819549-AE4C-AB36-32FA-83D5D4C32028}"/>
              </a:ext>
            </a:extLst>
          </p:cNvPr>
          <p:cNvSpPr>
            <a:spLocks noGrp="1"/>
          </p:cNvSpPr>
          <p:nvPr>
            <p:ph type="title"/>
          </p:nvPr>
        </p:nvSpPr>
        <p:spPr>
          <a:xfrm>
            <a:off x="640080" y="470262"/>
            <a:ext cx="2286000" cy="2285999"/>
          </a:xfrm>
        </p:spPr>
        <p:txBody>
          <a:bodyPr/>
          <a:lstStyle/>
          <a:p>
            <a:r>
              <a:rPr lang="en-US" dirty="0"/>
              <a:t>Agenda</a:t>
            </a:r>
          </a:p>
        </p:txBody>
      </p:sp>
      <p:sp>
        <p:nvSpPr>
          <p:cNvPr id="16" name="Content Placeholder 15">
            <a:extLst>
              <a:ext uri="{FF2B5EF4-FFF2-40B4-BE49-F238E27FC236}">
                <a16:creationId xmlns:a16="http://schemas.microsoft.com/office/drawing/2014/main" id="{A3068D54-37CC-D301-F89C-8A9BAD9B2549}"/>
              </a:ext>
            </a:extLst>
          </p:cNvPr>
          <p:cNvSpPr>
            <a:spLocks noGrp="1"/>
          </p:cNvSpPr>
          <p:nvPr>
            <p:ph idx="1"/>
          </p:nvPr>
        </p:nvSpPr>
        <p:spPr>
          <a:xfrm>
            <a:off x="3615799" y="674195"/>
            <a:ext cx="7716982" cy="5326729"/>
          </a:xfrm>
        </p:spPr>
        <p:txBody>
          <a:bodyPr>
            <a:normAutofit/>
          </a:bodyPr>
          <a:lstStyle/>
          <a:p>
            <a:r>
              <a:rPr lang="pt-BR" sz="2100" dirty="0"/>
              <a:t>What is BOM?</a:t>
            </a:r>
          </a:p>
          <a:p>
            <a:r>
              <a:rPr lang="pt-BR" sz="2100" dirty="0"/>
              <a:t>What is OneBOM?</a:t>
            </a:r>
          </a:p>
          <a:p>
            <a:r>
              <a:rPr lang="pt-BR" sz="2100" dirty="0"/>
              <a:t>What is SBOM?</a:t>
            </a:r>
          </a:p>
          <a:p>
            <a:r>
              <a:rPr lang="en-US" sz="2100" dirty="0"/>
              <a:t>How does alignment to OneBOM/SBOM help?</a:t>
            </a:r>
          </a:p>
          <a:p>
            <a:r>
              <a:rPr lang="pt-BR" sz="2100" dirty="0"/>
              <a:t>How are OneBOM and SBOM linked?</a:t>
            </a:r>
          </a:p>
          <a:p>
            <a:r>
              <a:rPr lang="en-US" sz="2100" dirty="0"/>
              <a:t>Status of OneBOM high-level activities/Proposal for future</a:t>
            </a:r>
          </a:p>
          <a:p>
            <a:r>
              <a:rPr lang="en-US" sz="2100" dirty="0"/>
              <a:t> Status of SBOM high-level activities</a:t>
            </a:r>
          </a:p>
          <a:p>
            <a:r>
              <a:rPr lang="pt-BR" sz="2100" dirty="0"/>
              <a:t>Next Steps/Plans</a:t>
            </a:r>
          </a:p>
          <a:p>
            <a:r>
              <a:rPr lang="pt-BR" sz="2100" dirty="0"/>
              <a:t>Opens/Help Needed</a:t>
            </a:r>
          </a:p>
        </p:txBody>
      </p:sp>
    </p:spTree>
    <p:extLst>
      <p:ext uri="{BB962C8B-B14F-4D97-AF65-F5344CB8AC3E}">
        <p14:creationId xmlns:p14="http://schemas.microsoft.com/office/powerpoint/2010/main" val="858399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0D386-68CF-CDD6-6D50-65C5C5C6B4B9}"/>
              </a:ext>
            </a:extLst>
          </p:cNvPr>
          <p:cNvSpPr>
            <a:spLocks noGrp="1"/>
          </p:cNvSpPr>
          <p:nvPr>
            <p:ph type="title"/>
          </p:nvPr>
        </p:nvSpPr>
        <p:spPr>
          <a:xfrm>
            <a:off x="640080" y="470262"/>
            <a:ext cx="2286000" cy="2285999"/>
          </a:xfrm>
        </p:spPr>
        <p:txBody>
          <a:bodyPr vert="horz" lIns="137160" tIns="137160" rIns="137160" bIns="137160" rtlCol="0" anchor="ctr" anchorCtr="0">
            <a:normAutofit/>
          </a:bodyPr>
          <a:lstStyle/>
          <a:p>
            <a:r>
              <a:rPr lang="en-US" kern="1200">
                <a:latin typeface="+mj-lt"/>
                <a:ea typeface="+mj-ea"/>
                <a:cs typeface="+mj-cs"/>
              </a:rPr>
              <a:t>What is BOM?</a:t>
            </a:r>
          </a:p>
        </p:txBody>
      </p:sp>
      <p:sp>
        <p:nvSpPr>
          <p:cNvPr id="11" name="TextBox 10">
            <a:extLst>
              <a:ext uri="{FF2B5EF4-FFF2-40B4-BE49-F238E27FC236}">
                <a16:creationId xmlns:a16="http://schemas.microsoft.com/office/drawing/2014/main" id="{96D38483-5AB5-A5E0-44CF-B3FED1114D26}"/>
              </a:ext>
            </a:extLst>
          </p:cNvPr>
          <p:cNvSpPr txBox="1"/>
          <p:nvPr/>
        </p:nvSpPr>
        <p:spPr>
          <a:xfrm>
            <a:off x="3615799" y="674195"/>
            <a:ext cx="7716982" cy="5326729"/>
          </a:xfrm>
          <a:prstGeom prst="rect">
            <a:avLst/>
          </a:prstGeom>
        </p:spPr>
        <p:txBody>
          <a:bodyPr vert="horz" lIns="0" tIns="0" rIns="0" bIns="0" rtlCol="0" anchor="ctr">
            <a:normAutofit fontScale="92500" lnSpcReduction="10000"/>
          </a:bodyPr>
          <a:lstStyle/>
          <a:p>
            <a:pPr marL="282575" indent="-282575">
              <a:lnSpc>
                <a:spcPct val="90000"/>
              </a:lnSpc>
              <a:spcAft>
                <a:spcPts val="1200"/>
              </a:spcAft>
              <a:buClr>
                <a:schemeClr val="accent1"/>
              </a:buClr>
              <a:buFont typeface="IntelOne Display Regular" panose="020B0503020203020204" pitchFamily="34" charset="0"/>
              <a:buChar char="•"/>
            </a:pPr>
            <a:r>
              <a:rPr lang="en-US" sz="2800" dirty="0"/>
              <a:t>Stands for </a:t>
            </a:r>
            <a:r>
              <a:rPr lang="en-US" sz="2800" u="sng" dirty="0"/>
              <a:t>B</a:t>
            </a:r>
            <a:r>
              <a:rPr lang="en-US" sz="2800" dirty="0"/>
              <a:t>ill </a:t>
            </a:r>
            <a:r>
              <a:rPr lang="en-US" sz="2800" u="sng" dirty="0"/>
              <a:t>o</a:t>
            </a:r>
            <a:r>
              <a:rPr lang="en-US" sz="2800" dirty="0"/>
              <a:t>f </a:t>
            </a:r>
            <a:r>
              <a:rPr lang="en-US" sz="2800" u="sng" dirty="0"/>
              <a:t>M</a:t>
            </a:r>
            <a:r>
              <a:rPr lang="en-US" sz="2800" dirty="0"/>
              <a:t>aterials. </a:t>
            </a:r>
          </a:p>
          <a:p>
            <a:pPr marL="282575" indent="-282575">
              <a:lnSpc>
                <a:spcPct val="90000"/>
              </a:lnSpc>
              <a:spcAft>
                <a:spcPts val="1200"/>
              </a:spcAft>
              <a:buClr>
                <a:schemeClr val="accent1"/>
              </a:buClr>
              <a:buFont typeface="IntelOne Display Regular" panose="020B0503020203020204" pitchFamily="34" charset="0"/>
              <a:buChar char="•"/>
            </a:pPr>
            <a:endParaRPr lang="en-US" sz="2800" dirty="0"/>
          </a:p>
          <a:p>
            <a:pPr marL="282575" indent="-282575">
              <a:lnSpc>
                <a:spcPct val="90000"/>
              </a:lnSpc>
              <a:spcAft>
                <a:spcPts val="1200"/>
              </a:spcAft>
              <a:buClr>
                <a:schemeClr val="accent1"/>
              </a:buClr>
              <a:buFont typeface="IntelOne Display Regular" panose="020B0503020203020204" pitchFamily="34" charset="0"/>
              <a:buChar char="•"/>
            </a:pPr>
            <a:r>
              <a:rPr lang="en-US" sz="2800" dirty="0"/>
              <a:t>Generic Definition:</a:t>
            </a:r>
          </a:p>
          <a:p>
            <a:pPr marL="739775" lvl="1" indent="-282575">
              <a:lnSpc>
                <a:spcPct val="90000"/>
              </a:lnSpc>
              <a:spcAft>
                <a:spcPts val="1200"/>
              </a:spcAft>
              <a:buClr>
                <a:schemeClr val="accent1"/>
              </a:buClr>
              <a:buFont typeface="IntelOne Display Regular" panose="020B0503020203020204" pitchFamily="34" charset="0"/>
              <a:buChar char="•"/>
            </a:pPr>
            <a:r>
              <a:rPr lang="en-US" sz="2800" dirty="0"/>
              <a:t>Comprehensive </a:t>
            </a:r>
            <a:r>
              <a:rPr lang="en-US" sz="2800" b="1" dirty="0"/>
              <a:t>list</a:t>
            </a:r>
            <a:r>
              <a:rPr lang="en-US" sz="2800" dirty="0"/>
              <a:t> of all the raw materials, </a:t>
            </a:r>
            <a:r>
              <a:rPr lang="en-US" sz="2800" b="1" dirty="0"/>
              <a:t>components</a:t>
            </a:r>
            <a:r>
              <a:rPr lang="en-US" sz="2800" dirty="0"/>
              <a:t>, and </a:t>
            </a:r>
            <a:r>
              <a:rPr lang="en-US" sz="2800" b="1" dirty="0"/>
              <a:t>instructions</a:t>
            </a:r>
            <a:r>
              <a:rPr lang="en-US" sz="2800" dirty="0"/>
              <a:t> needed to manufacture, construct, or repair a product. </a:t>
            </a:r>
          </a:p>
          <a:p>
            <a:pPr marL="1196975" lvl="2" indent="-282575">
              <a:lnSpc>
                <a:spcPct val="90000"/>
              </a:lnSpc>
              <a:spcAft>
                <a:spcPts val="1200"/>
              </a:spcAft>
              <a:buClr>
                <a:schemeClr val="accent1"/>
              </a:buClr>
              <a:buFont typeface="IntelOne Display Regular" panose="020B0503020203020204" pitchFamily="34" charset="0"/>
              <a:buChar char="•"/>
            </a:pPr>
            <a:r>
              <a:rPr lang="en-US" sz="2800" dirty="0"/>
              <a:t>like a detailed recipe for creating something, outlining all the ingredients and steps involved. </a:t>
            </a:r>
          </a:p>
          <a:p>
            <a:pPr marL="282575" indent="-282575">
              <a:lnSpc>
                <a:spcPct val="90000"/>
              </a:lnSpc>
              <a:spcAft>
                <a:spcPts val="1200"/>
              </a:spcAft>
              <a:buClr>
                <a:schemeClr val="accent1"/>
              </a:buClr>
              <a:buFont typeface="IntelOne Display Regular" panose="020B0503020203020204" pitchFamily="34" charset="0"/>
              <a:buChar char="•"/>
            </a:pPr>
            <a:endParaRPr lang="en-US" sz="2800" dirty="0"/>
          </a:p>
          <a:p>
            <a:pPr marL="282575" indent="-282575">
              <a:lnSpc>
                <a:spcPct val="90000"/>
              </a:lnSpc>
              <a:spcAft>
                <a:spcPts val="1200"/>
              </a:spcAft>
              <a:buClr>
                <a:schemeClr val="accent1"/>
              </a:buClr>
              <a:buFont typeface="IntelOne Display Regular" panose="020B0503020203020204" pitchFamily="34" charset="0"/>
              <a:buChar char="•"/>
            </a:pPr>
            <a:r>
              <a:rPr lang="en-US" sz="2800" dirty="0"/>
              <a:t>It typically shows the product in a tree structure, with the final product at the top and individual components below.</a:t>
            </a:r>
          </a:p>
        </p:txBody>
      </p:sp>
    </p:spTree>
    <p:extLst>
      <p:ext uri="{BB962C8B-B14F-4D97-AF65-F5344CB8AC3E}">
        <p14:creationId xmlns:p14="http://schemas.microsoft.com/office/powerpoint/2010/main" val="104810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71C1D-A0A2-5A30-5D17-38216E3AF2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574494-5CF5-329D-63DF-4E69EF5676F2}"/>
              </a:ext>
            </a:extLst>
          </p:cNvPr>
          <p:cNvSpPr>
            <a:spLocks noGrp="1"/>
          </p:cNvSpPr>
          <p:nvPr>
            <p:ph type="title"/>
          </p:nvPr>
        </p:nvSpPr>
        <p:spPr/>
        <p:txBody>
          <a:bodyPr/>
          <a:lstStyle/>
          <a:p>
            <a:r>
              <a:rPr lang="pt-BR" sz="3600" b="1" dirty="0"/>
              <a:t>What is OneBOM?</a:t>
            </a:r>
          </a:p>
        </p:txBody>
      </p:sp>
      <p:sp>
        <p:nvSpPr>
          <p:cNvPr id="8" name="Picture Placeholder 7">
            <a:extLst>
              <a:ext uri="{FF2B5EF4-FFF2-40B4-BE49-F238E27FC236}">
                <a16:creationId xmlns:a16="http://schemas.microsoft.com/office/drawing/2014/main" id="{81CBACCB-B716-23DD-3C8F-5EB6843685D2}"/>
              </a:ext>
            </a:extLst>
          </p:cNvPr>
          <p:cNvSpPr>
            <a:spLocks noGrp="1"/>
          </p:cNvSpPr>
          <p:nvPr>
            <p:ph type="pic" sz="quarter" idx="11"/>
          </p:nvPr>
        </p:nvSpPr>
        <p:spPr/>
        <p:txBody>
          <a:bodyPr/>
          <a:lstStyle/>
          <a:p>
            <a:endParaRPr lang="en-US" dirty="0"/>
          </a:p>
        </p:txBody>
      </p:sp>
      <p:sp>
        <p:nvSpPr>
          <p:cNvPr id="81" name="Rectangle 80">
            <a:extLst>
              <a:ext uri="{FF2B5EF4-FFF2-40B4-BE49-F238E27FC236}">
                <a16:creationId xmlns:a16="http://schemas.microsoft.com/office/drawing/2014/main" id="{7F9BF36D-FA60-9D40-5666-D5536025C720}"/>
              </a:ext>
            </a:extLst>
          </p:cNvPr>
          <p:cNvSpPr/>
          <p:nvPr/>
        </p:nvSpPr>
        <p:spPr>
          <a:xfrm>
            <a:off x="640080" y="1352550"/>
            <a:ext cx="10910316" cy="48641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1200"/>
              </a:spcAft>
            </a:pPr>
            <a:endParaRPr lang="en-US" sz="1600" dirty="0">
              <a:solidFill>
                <a:schemeClr val="tx1"/>
              </a:solidFill>
              <a:latin typeface="IntelOne Text Medium" panose="020B0703020203020204" pitchFamily="34" charset="0"/>
            </a:endParaRPr>
          </a:p>
        </p:txBody>
      </p:sp>
      <p:sp>
        <p:nvSpPr>
          <p:cNvPr id="5" name="TextBox 4">
            <a:extLst>
              <a:ext uri="{FF2B5EF4-FFF2-40B4-BE49-F238E27FC236}">
                <a16:creationId xmlns:a16="http://schemas.microsoft.com/office/drawing/2014/main" id="{1677C509-06AD-D51B-5F6E-5D64F421CB6A}"/>
              </a:ext>
            </a:extLst>
          </p:cNvPr>
          <p:cNvSpPr txBox="1"/>
          <p:nvPr/>
        </p:nvSpPr>
        <p:spPr>
          <a:xfrm>
            <a:off x="8816615" y="2887"/>
            <a:ext cx="3374001" cy="553998"/>
          </a:xfrm>
          <a:prstGeom prst="rect">
            <a:avLst/>
          </a:prstGeom>
          <a:noFill/>
        </p:spPr>
        <p:txBody>
          <a:bodyPr wrap="none" lIns="137160" tIns="137160" rIns="137160" bIns="137160" rtlCol="0">
            <a:spAutoFit/>
          </a:bodyPr>
          <a:lstStyle/>
          <a:p>
            <a:pPr algn="l"/>
            <a:r>
              <a:rPr lang="en-US" dirty="0"/>
              <a:t>source: </a:t>
            </a:r>
            <a:r>
              <a:rPr lang="en-US" dirty="0">
                <a:hlinkClick r:id="rId3"/>
              </a:rPr>
              <a:t>http://goto/onebom</a:t>
            </a:r>
            <a:r>
              <a:rPr lang="en-US" dirty="0"/>
              <a:t> </a:t>
            </a:r>
          </a:p>
        </p:txBody>
      </p:sp>
      <p:pic>
        <p:nvPicPr>
          <p:cNvPr id="7" name="Picture 6">
            <a:extLst>
              <a:ext uri="{FF2B5EF4-FFF2-40B4-BE49-F238E27FC236}">
                <a16:creationId xmlns:a16="http://schemas.microsoft.com/office/drawing/2014/main" id="{B2DB9C5D-C1D5-91BF-8C8C-3412C64E8259}"/>
              </a:ext>
            </a:extLst>
          </p:cNvPr>
          <p:cNvPicPr>
            <a:picLocks noChangeAspect="1"/>
          </p:cNvPicPr>
          <p:nvPr/>
        </p:nvPicPr>
        <p:blipFill>
          <a:blip r:embed="rId4"/>
          <a:stretch>
            <a:fillRect/>
          </a:stretch>
        </p:blipFill>
        <p:spPr>
          <a:xfrm>
            <a:off x="1301708" y="1353349"/>
            <a:ext cx="9587060" cy="5047450"/>
          </a:xfrm>
          <a:prstGeom prst="rect">
            <a:avLst/>
          </a:prstGeom>
        </p:spPr>
      </p:pic>
    </p:spTree>
    <p:extLst>
      <p:ext uri="{BB962C8B-B14F-4D97-AF65-F5344CB8AC3E}">
        <p14:creationId xmlns:p14="http://schemas.microsoft.com/office/powerpoint/2010/main" val="281452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7E026-ED3E-EB84-30DD-81CF5F7E9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F4FBC-0C5B-10E7-4209-435ADFD52551}"/>
              </a:ext>
            </a:extLst>
          </p:cNvPr>
          <p:cNvSpPr>
            <a:spLocks noGrp="1"/>
          </p:cNvSpPr>
          <p:nvPr>
            <p:ph type="title"/>
          </p:nvPr>
        </p:nvSpPr>
        <p:spPr>
          <a:xfrm>
            <a:off x="640080" y="470262"/>
            <a:ext cx="2286000" cy="2285999"/>
          </a:xfrm>
        </p:spPr>
        <p:txBody>
          <a:bodyPr vert="horz" lIns="137160" tIns="137160" rIns="137160" bIns="137160" rtlCol="0" anchor="ctr" anchorCtr="0">
            <a:normAutofit/>
          </a:bodyPr>
          <a:lstStyle/>
          <a:p>
            <a:r>
              <a:rPr lang="en-US" kern="1200" dirty="0">
                <a:latin typeface="+mj-lt"/>
                <a:ea typeface="+mj-ea"/>
                <a:cs typeface="+mj-cs"/>
              </a:rPr>
              <a:t>What is SBOM?</a:t>
            </a:r>
          </a:p>
        </p:txBody>
      </p:sp>
      <p:sp>
        <p:nvSpPr>
          <p:cNvPr id="11" name="TextBox 10">
            <a:extLst>
              <a:ext uri="{FF2B5EF4-FFF2-40B4-BE49-F238E27FC236}">
                <a16:creationId xmlns:a16="http://schemas.microsoft.com/office/drawing/2014/main" id="{1CDD605D-2017-FCEC-1F07-293CE26B57F4}"/>
              </a:ext>
            </a:extLst>
          </p:cNvPr>
          <p:cNvSpPr txBox="1"/>
          <p:nvPr/>
        </p:nvSpPr>
        <p:spPr>
          <a:xfrm>
            <a:off x="3615799" y="674195"/>
            <a:ext cx="7716982" cy="5326729"/>
          </a:xfrm>
          <a:prstGeom prst="rect">
            <a:avLst/>
          </a:prstGeom>
        </p:spPr>
        <p:txBody>
          <a:bodyPr vert="horz" lIns="0" tIns="0" rIns="0" bIns="0" rtlCol="0" anchor="ctr">
            <a:normAutofit lnSpcReduction="10000"/>
          </a:bodyPr>
          <a:lstStyle/>
          <a:p>
            <a:pPr marL="285750" indent="-285750">
              <a:buFont typeface="Arial" panose="020B0604020202020204" pitchFamily="34" charset="0"/>
              <a:buChar char="•"/>
            </a:pPr>
            <a:r>
              <a:rPr lang="en-US" sz="2800" dirty="0">
                <a:latin typeface="fkGroteskNeue"/>
              </a:rPr>
              <a:t>An </a:t>
            </a:r>
            <a:r>
              <a:rPr lang="en-US" sz="2800" b="1" dirty="0">
                <a:latin typeface="fkGroteskNeue"/>
              </a:rPr>
              <a:t>SBOM (Software Bill of Materials) </a:t>
            </a:r>
            <a:r>
              <a:rPr lang="en-US" sz="2800" dirty="0">
                <a:latin typeface="fkGroteskNeue"/>
              </a:rPr>
              <a:t>is a detailed inventory that lists all the </a:t>
            </a:r>
            <a:r>
              <a:rPr lang="en-US" sz="2800" b="1" dirty="0">
                <a:latin typeface="fkGroteskNeue"/>
              </a:rPr>
              <a:t>components</a:t>
            </a:r>
            <a:r>
              <a:rPr lang="en-US" sz="2800" dirty="0">
                <a:latin typeface="fkGroteskNeue"/>
              </a:rPr>
              <a:t>, </a:t>
            </a:r>
            <a:r>
              <a:rPr lang="en-US" sz="2800" b="1" dirty="0">
                <a:latin typeface="fkGroteskNeue"/>
              </a:rPr>
              <a:t>libraries</a:t>
            </a:r>
            <a:r>
              <a:rPr lang="en-US" sz="2800" dirty="0">
                <a:latin typeface="fkGroteskNeue"/>
              </a:rPr>
              <a:t>, and </a:t>
            </a:r>
            <a:r>
              <a:rPr lang="en-US" sz="2800" b="1" dirty="0">
                <a:latin typeface="fkGroteskNeue"/>
              </a:rPr>
              <a:t>dependencies</a:t>
            </a:r>
            <a:r>
              <a:rPr lang="en-US" sz="2800" dirty="0">
                <a:latin typeface="fkGroteskNeue"/>
              </a:rPr>
              <a:t> - both </a:t>
            </a:r>
            <a:r>
              <a:rPr lang="en-US" sz="2800" b="1" dirty="0">
                <a:latin typeface="fkGroteskNeue"/>
              </a:rPr>
              <a:t>open source </a:t>
            </a:r>
            <a:r>
              <a:rPr lang="en-US" sz="2800" dirty="0">
                <a:latin typeface="fkGroteskNeue"/>
              </a:rPr>
              <a:t>and </a:t>
            </a:r>
            <a:r>
              <a:rPr lang="en-US" sz="2800" b="1" dirty="0">
                <a:latin typeface="fkGroteskNeue"/>
              </a:rPr>
              <a:t>third-party-used</a:t>
            </a:r>
            <a:r>
              <a:rPr lang="en-US" sz="2800" dirty="0">
                <a:latin typeface="fkGroteskNeue"/>
              </a:rPr>
              <a:t> in a software.  </a:t>
            </a:r>
          </a:p>
          <a:p>
            <a:pPr marL="742950" lvl="1" indent="-285750">
              <a:buFont typeface="Arial" panose="020B0604020202020204" pitchFamily="34" charset="0"/>
              <a:buChar char="•"/>
            </a:pPr>
            <a:r>
              <a:rPr lang="en-US" sz="2800" dirty="0">
                <a:latin typeface="fkGroteskNeue"/>
              </a:rPr>
              <a:t>It typically includes information such as component names, versions, origins, and licenses, providing </a:t>
            </a:r>
            <a:r>
              <a:rPr lang="en-US" sz="2800" b="1" dirty="0">
                <a:latin typeface="fkGroteskNeue"/>
              </a:rPr>
              <a:t>transparency</a:t>
            </a:r>
            <a:r>
              <a:rPr lang="en-US" sz="2800" dirty="0">
                <a:latin typeface="fkGroteskNeue"/>
              </a:rPr>
              <a:t> into the software supply chain. </a:t>
            </a:r>
          </a:p>
          <a:p>
            <a:pPr marL="742950" lvl="1" indent="-285750">
              <a:buFont typeface="Arial" panose="020B0604020202020204" pitchFamily="34" charset="0"/>
              <a:buChar char="•"/>
            </a:pPr>
            <a:r>
              <a:rPr lang="en-US" sz="2800" dirty="0">
                <a:latin typeface="fkGroteskNeue"/>
              </a:rPr>
              <a:t>SBOMs help organizations identify and manage </a:t>
            </a:r>
            <a:r>
              <a:rPr lang="en-US" sz="2800" b="1" dirty="0">
                <a:latin typeface="fkGroteskNeue"/>
              </a:rPr>
              <a:t>security</a:t>
            </a:r>
            <a:r>
              <a:rPr lang="en-US" sz="2800" dirty="0">
                <a:latin typeface="fkGroteskNeue"/>
              </a:rPr>
              <a:t> vulnerabilities, ensure compliance, and improve overall software security by making it easy to track and address risks in software components.</a:t>
            </a:r>
            <a:endParaRPr lang="en-US" sz="2800" dirty="0"/>
          </a:p>
        </p:txBody>
      </p:sp>
    </p:spTree>
    <p:extLst>
      <p:ext uri="{BB962C8B-B14F-4D97-AF65-F5344CB8AC3E}">
        <p14:creationId xmlns:p14="http://schemas.microsoft.com/office/powerpoint/2010/main" val="1982280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C328F-E1FA-515C-C519-0CA5717F7B35}"/>
              </a:ext>
            </a:extLst>
          </p:cNvPr>
          <p:cNvSpPr>
            <a:spLocks noGrp="1"/>
          </p:cNvSpPr>
          <p:nvPr>
            <p:ph type="title"/>
          </p:nvPr>
        </p:nvSpPr>
        <p:spPr>
          <a:xfrm>
            <a:off x="753574" y="1652496"/>
            <a:ext cx="4816473" cy="2203067"/>
          </a:xfrm>
        </p:spPr>
        <p:txBody>
          <a:bodyPr vert="horz" lIns="0" tIns="0" rIns="0" bIns="0" rtlCol="0" anchor="t" anchorCtr="0">
            <a:normAutofit/>
          </a:bodyPr>
          <a:lstStyle/>
          <a:p>
            <a:r>
              <a:rPr lang="en-US" sz="3600" kern="1200" dirty="0">
                <a:latin typeface="+mj-lt"/>
                <a:ea typeface="+mj-ea"/>
                <a:cs typeface="+mj-cs"/>
              </a:rPr>
              <a:t>How does alignment to </a:t>
            </a:r>
            <a:r>
              <a:rPr lang="en-US" sz="3600" b="1" u="sng" kern="1200" dirty="0">
                <a:latin typeface="+mj-lt"/>
                <a:ea typeface="+mj-ea"/>
                <a:cs typeface="+mj-cs"/>
              </a:rPr>
              <a:t>OneBOM</a:t>
            </a:r>
            <a:r>
              <a:rPr lang="en-US" sz="3600" kern="1200" dirty="0">
                <a:latin typeface="+mj-lt"/>
                <a:ea typeface="+mj-ea"/>
                <a:cs typeface="+mj-cs"/>
              </a:rPr>
              <a:t> help?</a:t>
            </a:r>
          </a:p>
        </p:txBody>
      </p:sp>
      <p:graphicFrame>
        <p:nvGraphicFramePr>
          <p:cNvPr id="8" name="TextBox 2">
            <a:extLst>
              <a:ext uri="{FF2B5EF4-FFF2-40B4-BE49-F238E27FC236}">
                <a16:creationId xmlns:a16="http://schemas.microsoft.com/office/drawing/2014/main" id="{E14C1E02-5870-F656-03CC-805B74B8FEF2}"/>
              </a:ext>
            </a:extLst>
          </p:cNvPr>
          <p:cNvGraphicFramePr/>
          <p:nvPr>
            <p:extLst>
              <p:ext uri="{D42A27DB-BD31-4B8C-83A1-F6EECF244321}">
                <p14:modId xmlns:p14="http://schemas.microsoft.com/office/powerpoint/2010/main" val="3948148670"/>
              </p:ext>
            </p:extLst>
          </p:nvPr>
        </p:nvGraphicFramePr>
        <p:xfrm>
          <a:off x="6348902" y="1039754"/>
          <a:ext cx="5089524" cy="41141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F8D80916-86A3-B057-03C7-FF87DAFF42C9}"/>
                  </a:ext>
                </a:extLst>
              </p:cNvPr>
              <p:cNvGraphicFramePr>
                <a:graphicFrameLocks noChangeAspect="1"/>
              </p:cNvGraphicFramePr>
              <p:nvPr>
                <p:extLst>
                  <p:ext uri="{D42A27DB-BD31-4B8C-83A1-F6EECF244321}">
                    <p14:modId xmlns:p14="http://schemas.microsoft.com/office/powerpoint/2010/main" val="3602647718"/>
                  </p:ext>
                </p:extLst>
              </p:nvPr>
            </p:nvGraphicFramePr>
            <p:xfrm>
              <a:off x="687703" y="3429000"/>
              <a:ext cx="4471136" cy="2515014"/>
            </p:xfrm>
            <a:graphic>
              <a:graphicData uri="http://schemas.microsoft.com/office/powerpoint/2016/slidezoom">
                <pslz:sldZm>
                  <pslz:sldZmObj sldId="2147471901" cId="3712899590">
                    <pslz:zmPr id="{513CE06B-E888-4449-8460-7842555E7790}" returnToParent="0" transitionDur="1000">
                      <p166:blipFill xmlns:p166="http://schemas.microsoft.com/office/powerpoint/2016/6/main">
                        <a:blip r:embed="rId7"/>
                        <a:stretch>
                          <a:fillRect/>
                        </a:stretch>
                      </p166:blipFill>
                      <p166:spPr xmlns:p166="http://schemas.microsoft.com/office/powerpoint/2016/6/main">
                        <a:xfrm>
                          <a:off x="0" y="0"/>
                          <a:ext cx="4471136" cy="2515014"/>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F8D80916-86A3-B057-03C7-FF87DAFF42C9}"/>
                  </a:ext>
                </a:extLst>
              </p:cNvPr>
              <p:cNvPicPr>
                <a:picLocks noGrp="1" noRot="1" noChangeAspect="1" noMove="1" noResize="1" noEditPoints="1" noAdjustHandles="1" noChangeArrowheads="1" noChangeShapeType="1"/>
              </p:cNvPicPr>
              <p:nvPr/>
            </p:nvPicPr>
            <p:blipFill>
              <a:blip r:embed="rId8"/>
              <a:stretch>
                <a:fillRect/>
              </a:stretch>
            </p:blipFill>
            <p:spPr>
              <a:xfrm>
                <a:off x="687703" y="3429000"/>
                <a:ext cx="4471136" cy="2515014"/>
              </a:xfrm>
              <a:prstGeom prst="rect">
                <a:avLst/>
              </a:prstGeom>
              <a:ln w="3175">
                <a:solidFill>
                  <a:prstClr val="ltGray"/>
                </a:solidFill>
              </a:ln>
            </p:spPr>
          </p:pic>
        </mc:Fallback>
      </mc:AlternateContent>
    </p:spTree>
    <p:extLst>
      <p:ext uri="{BB962C8B-B14F-4D97-AF65-F5344CB8AC3E}">
        <p14:creationId xmlns:p14="http://schemas.microsoft.com/office/powerpoint/2010/main" val="276023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C0961-096A-3BA8-26C0-2FE332624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CBFE9-3617-5816-93E3-98825F31525F}"/>
              </a:ext>
            </a:extLst>
          </p:cNvPr>
          <p:cNvSpPr>
            <a:spLocks noGrp="1"/>
          </p:cNvSpPr>
          <p:nvPr>
            <p:ph type="title"/>
          </p:nvPr>
        </p:nvSpPr>
        <p:spPr>
          <a:xfrm>
            <a:off x="753574" y="1652496"/>
            <a:ext cx="4816473" cy="2203067"/>
          </a:xfrm>
        </p:spPr>
        <p:txBody>
          <a:bodyPr vert="horz" lIns="0" tIns="0" rIns="0" bIns="0" rtlCol="0" anchor="t" anchorCtr="0">
            <a:normAutofit/>
          </a:bodyPr>
          <a:lstStyle/>
          <a:p>
            <a:r>
              <a:rPr lang="en-US" sz="3600" kern="1200" dirty="0">
                <a:latin typeface="+mj-lt"/>
                <a:ea typeface="+mj-ea"/>
                <a:cs typeface="+mj-cs"/>
              </a:rPr>
              <a:t>How does alignment to </a:t>
            </a:r>
            <a:r>
              <a:rPr lang="en-US" sz="3600" b="1" u="sng" dirty="0"/>
              <a:t>S</a:t>
            </a:r>
            <a:r>
              <a:rPr lang="en-US" sz="3600" b="1" u="sng" kern="1200" dirty="0">
                <a:latin typeface="+mj-lt"/>
                <a:ea typeface="+mj-ea"/>
                <a:cs typeface="+mj-cs"/>
              </a:rPr>
              <a:t>BOM</a:t>
            </a:r>
            <a:r>
              <a:rPr lang="en-US" sz="3600" kern="1200" dirty="0">
                <a:latin typeface="+mj-lt"/>
                <a:ea typeface="+mj-ea"/>
                <a:cs typeface="+mj-cs"/>
              </a:rPr>
              <a:t> help?</a:t>
            </a:r>
          </a:p>
        </p:txBody>
      </p:sp>
      <p:graphicFrame>
        <p:nvGraphicFramePr>
          <p:cNvPr id="8" name="TextBox 2">
            <a:extLst>
              <a:ext uri="{FF2B5EF4-FFF2-40B4-BE49-F238E27FC236}">
                <a16:creationId xmlns:a16="http://schemas.microsoft.com/office/drawing/2014/main" id="{27D9AB78-B1AC-6949-946A-3BE1307BBB64}"/>
              </a:ext>
            </a:extLst>
          </p:cNvPr>
          <p:cNvGraphicFramePr/>
          <p:nvPr>
            <p:extLst>
              <p:ext uri="{D42A27DB-BD31-4B8C-83A1-F6EECF244321}">
                <p14:modId xmlns:p14="http://schemas.microsoft.com/office/powerpoint/2010/main" val="1413850312"/>
              </p:ext>
            </p:extLst>
          </p:nvPr>
        </p:nvGraphicFramePr>
        <p:xfrm>
          <a:off x="6348902" y="1039753"/>
          <a:ext cx="5089524" cy="48331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9F9CC0D4-8378-B20C-AF7F-4D8160754E65}"/>
              </a:ext>
            </a:extLst>
          </p:cNvPr>
          <p:cNvSpPr txBox="1"/>
          <p:nvPr/>
        </p:nvSpPr>
        <p:spPr>
          <a:xfrm>
            <a:off x="4539033" y="6441452"/>
            <a:ext cx="6094428" cy="369332"/>
          </a:xfrm>
          <a:prstGeom prst="rect">
            <a:avLst/>
          </a:prstGeom>
          <a:noFill/>
        </p:spPr>
        <p:txBody>
          <a:bodyPr wrap="square">
            <a:spAutoFit/>
          </a:bodyPr>
          <a:lstStyle/>
          <a:p>
            <a:pPr algn="l"/>
            <a:r>
              <a:rPr lang="en-US" i="1" dirty="0"/>
              <a:t>*Source: extracted from Lavanya’s TRB presentation</a:t>
            </a:r>
          </a:p>
        </p:txBody>
      </p:sp>
      <p:sp>
        <p:nvSpPr>
          <p:cNvPr id="7" name="TextBox 6">
            <a:extLst>
              <a:ext uri="{FF2B5EF4-FFF2-40B4-BE49-F238E27FC236}">
                <a16:creationId xmlns:a16="http://schemas.microsoft.com/office/drawing/2014/main" id="{F7DD01E2-FB50-7F81-84C6-3D4322978169}"/>
              </a:ext>
            </a:extLst>
          </p:cNvPr>
          <p:cNvSpPr txBox="1"/>
          <p:nvPr/>
        </p:nvSpPr>
        <p:spPr>
          <a:xfrm>
            <a:off x="64792" y="4677917"/>
            <a:ext cx="5505255" cy="1615827"/>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sz="1100" dirty="0">
                <a:hlinkClick r:id="rId8"/>
              </a:rPr>
              <a:t>https://www.federalregister.gov/documents/2021/05/17/2021-10460/improving-the-nations-cybersecurity</a:t>
            </a:r>
            <a:endParaRPr lang="en-US" sz="1100" dirty="0"/>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100"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100" dirty="0">
                <a:hlinkClick r:id="rId9"/>
              </a:rPr>
              <a:t>https://www.federalregister.gov/d/2021-10460/p-153</a:t>
            </a:r>
            <a:endParaRPr lang="en-US" sz="1100" dirty="0"/>
          </a:p>
          <a:p>
            <a:pPr lvl="1"/>
            <a:endParaRPr lang="en-US" sz="1100" dirty="0">
              <a:hlinkClick r:id="rId10"/>
            </a:endParaRPr>
          </a:p>
          <a:p>
            <a:pPr lvl="1"/>
            <a:r>
              <a:rPr lang="en-US" sz="1100" dirty="0">
                <a:hlinkClick r:id="rId10"/>
              </a:rPr>
              <a:t>https://www.fda.gov/media/173516/download</a:t>
            </a:r>
            <a:endParaRPr lang="en-US" sz="1100" dirty="0"/>
          </a:p>
          <a:p>
            <a:pPr lvl="1"/>
            <a:endParaRPr lang="en-US" sz="1100" dirty="0">
              <a:hlinkClick r:id="rId11"/>
            </a:endParaRPr>
          </a:p>
          <a:p>
            <a:pPr lvl="1"/>
            <a:r>
              <a:rPr lang="en-US" sz="1100" dirty="0">
                <a:hlinkClick r:id="rId11"/>
              </a:rPr>
              <a:t>https://api.army.mil/e2/c/downloads/2024/10/17/4072ab1e/asaalt-software-bill-of-materials-policy-signed.pdf</a:t>
            </a:r>
            <a:endParaRPr lang="en-US" sz="1100" dirty="0"/>
          </a:p>
        </p:txBody>
      </p:sp>
      <p:sp>
        <p:nvSpPr>
          <p:cNvPr id="12" name="TextBox 11">
            <a:extLst>
              <a:ext uri="{FF2B5EF4-FFF2-40B4-BE49-F238E27FC236}">
                <a16:creationId xmlns:a16="http://schemas.microsoft.com/office/drawing/2014/main" id="{F0141F1B-3E44-B5F0-976C-7EB02AC9F697}"/>
              </a:ext>
            </a:extLst>
          </p:cNvPr>
          <p:cNvSpPr txBox="1"/>
          <p:nvPr/>
        </p:nvSpPr>
        <p:spPr>
          <a:xfrm>
            <a:off x="490194" y="4323829"/>
            <a:ext cx="3912610" cy="553998"/>
          </a:xfrm>
          <a:prstGeom prst="rect">
            <a:avLst/>
          </a:prstGeom>
          <a:noFill/>
        </p:spPr>
        <p:txBody>
          <a:bodyPr wrap="none" lIns="137160" tIns="137160" rIns="137160" bIns="137160" rtlCol="0">
            <a:spAutoFit/>
          </a:bodyPr>
          <a:lstStyle/>
          <a:p>
            <a:pPr algn="l"/>
            <a:r>
              <a:rPr lang="en-US" i="1" dirty="0"/>
              <a:t>Reference links with more details</a:t>
            </a:r>
          </a:p>
        </p:txBody>
      </p:sp>
    </p:spTree>
    <p:extLst>
      <p:ext uri="{BB962C8B-B14F-4D97-AF65-F5344CB8AC3E}">
        <p14:creationId xmlns:p14="http://schemas.microsoft.com/office/powerpoint/2010/main" val="316653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36512-2B74-1396-7CE9-00307B84C9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B88914-5E2B-38AD-E426-D6DCCAE36B1F}"/>
              </a:ext>
            </a:extLst>
          </p:cNvPr>
          <p:cNvSpPr>
            <a:spLocks noGrp="1"/>
          </p:cNvSpPr>
          <p:nvPr>
            <p:ph type="title"/>
          </p:nvPr>
        </p:nvSpPr>
        <p:spPr>
          <a:xfrm>
            <a:off x="453900" y="316056"/>
            <a:ext cx="10911840" cy="640080"/>
          </a:xfrm>
        </p:spPr>
        <p:txBody>
          <a:bodyPr/>
          <a:lstStyle/>
          <a:p>
            <a:r>
              <a:rPr lang="pt-BR" sz="3200" b="1" dirty="0"/>
              <a:t>How are OneBOM and SBOM linked?</a:t>
            </a:r>
          </a:p>
        </p:txBody>
      </p:sp>
      <p:sp>
        <p:nvSpPr>
          <p:cNvPr id="81" name="Rectangle 80">
            <a:extLst>
              <a:ext uri="{FF2B5EF4-FFF2-40B4-BE49-F238E27FC236}">
                <a16:creationId xmlns:a16="http://schemas.microsoft.com/office/drawing/2014/main" id="{B51C52DF-27AD-3D7F-A37E-939A40EB20DF}"/>
              </a:ext>
            </a:extLst>
          </p:cNvPr>
          <p:cNvSpPr/>
          <p:nvPr/>
        </p:nvSpPr>
        <p:spPr>
          <a:xfrm>
            <a:off x="640080" y="1352550"/>
            <a:ext cx="10910316" cy="48641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1200"/>
              </a:spcAft>
            </a:pPr>
            <a:endParaRPr lang="en-US" sz="1600" dirty="0">
              <a:solidFill>
                <a:schemeClr val="tx1"/>
              </a:solidFill>
              <a:latin typeface="IntelOne Text Medium" panose="020B0703020203020204" pitchFamily="34" charset="0"/>
            </a:endParaRPr>
          </a:p>
        </p:txBody>
      </p:sp>
      <p:sp>
        <p:nvSpPr>
          <p:cNvPr id="2" name="TextBox 1">
            <a:extLst>
              <a:ext uri="{FF2B5EF4-FFF2-40B4-BE49-F238E27FC236}">
                <a16:creationId xmlns:a16="http://schemas.microsoft.com/office/drawing/2014/main" id="{07AFF594-7856-89B2-60AB-412968D2458C}"/>
              </a:ext>
            </a:extLst>
          </p:cNvPr>
          <p:cNvSpPr txBox="1"/>
          <p:nvPr/>
        </p:nvSpPr>
        <p:spPr>
          <a:xfrm>
            <a:off x="274320" y="1352550"/>
            <a:ext cx="5545520" cy="2492990"/>
          </a:xfrm>
          <a:prstGeom prst="rect">
            <a:avLst/>
          </a:prstGeom>
          <a:noFill/>
        </p:spPr>
        <p:txBody>
          <a:bodyPr wrap="square" lIns="137160" tIns="137160" rIns="137160" bIns="137160" rtlCol="0">
            <a:spAutoFit/>
          </a:bodyPr>
          <a:lstStyle/>
          <a:p>
            <a:pPr marL="285750" indent="-285750" algn="l">
              <a:buFont typeface="Arial" panose="020B0604020202020204" pitchFamily="34" charset="0"/>
              <a:buChar char="•"/>
            </a:pPr>
            <a:r>
              <a:rPr lang="en-US" dirty="0"/>
              <a:t>OneBOM is an Intel initiative that covers both hardware and software. </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err="1"/>
              <a:t>OneBOM’s</a:t>
            </a:r>
            <a:r>
              <a:rPr lang="en-US" dirty="0"/>
              <a:t> software part covers SBOM generation as an output.</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a:t>SBOM is an industry-level standard, and with the executive order, it is being enforced now. </a:t>
            </a:r>
          </a:p>
        </p:txBody>
      </p:sp>
      <p:pic>
        <p:nvPicPr>
          <p:cNvPr id="5" name="Picture 4">
            <a:extLst>
              <a:ext uri="{FF2B5EF4-FFF2-40B4-BE49-F238E27FC236}">
                <a16:creationId xmlns:a16="http://schemas.microsoft.com/office/drawing/2014/main" id="{D886E08E-4B29-CDBA-982A-43A38BFB931C}"/>
              </a:ext>
            </a:extLst>
          </p:cNvPr>
          <p:cNvPicPr>
            <a:picLocks noChangeAspect="1"/>
          </p:cNvPicPr>
          <p:nvPr/>
        </p:nvPicPr>
        <p:blipFill>
          <a:blip r:embed="rId2"/>
          <a:stretch>
            <a:fillRect/>
          </a:stretch>
        </p:blipFill>
        <p:spPr>
          <a:xfrm>
            <a:off x="6372161" y="1505298"/>
            <a:ext cx="5644596" cy="2971799"/>
          </a:xfrm>
          <a:prstGeom prst="rect">
            <a:avLst/>
          </a:prstGeom>
        </p:spPr>
      </p:pic>
      <p:sp>
        <p:nvSpPr>
          <p:cNvPr id="6" name="Rectangle 5">
            <a:extLst>
              <a:ext uri="{FF2B5EF4-FFF2-40B4-BE49-F238E27FC236}">
                <a16:creationId xmlns:a16="http://schemas.microsoft.com/office/drawing/2014/main" id="{614EAA70-65B4-DC76-8759-B4192EA941F7}"/>
              </a:ext>
            </a:extLst>
          </p:cNvPr>
          <p:cNvSpPr/>
          <p:nvPr/>
        </p:nvSpPr>
        <p:spPr>
          <a:xfrm>
            <a:off x="10815325" y="3589291"/>
            <a:ext cx="1100831" cy="390618"/>
          </a:xfrm>
          <a:prstGeom prst="rect">
            <a:avLst/>
          </a:prstGeom>
          <a:noFill/>
          <a:ln>
            <a:solidFill>
              <a:srgbClr val="00B050"/>
            </a:solidFill>
          </a:ln>
          <a:effectLst>
            <a:glow rad="228600">
              <a:schemeClr val="accent3">
                <a:satMod val="175000"/>
                <a:alpha val="40000"/>
              </a:schemeClr>
            </a:glow>
          </a:effectLst>
        </p:spPr>
        <p:style>
          <a:lnRef idx="2">
            <a:schemeClr val="accent6"/>
          </a:lnRef>
          <a:fillRef idx="1">
            <a:schemeClr val="lt1"/>
          </a:fillRef>
          <a:effectRef idx="0">
            <a:schemeClr val="accent6"/>
          </a:effectRef>
          <a:fontRef idx="minor">
            <a:schemeClr val="dk1"/>
          </a:fontRef>
        </p:style>
        <p:txBody>
          <a:bodyPr lIns="137160" tIns="137160" rIns="137160" bIns="137160" rtlCol="0" anchor="ctr"/>
          <a:lstStyle/>
          <a:p>
            <a:pPr algn="ctr"/>
            <a:endParaRPr lang="en-US" dirty="0"/>
          </a:p>
        </p:txBody>
      </p:sp>
    </p:spTree>
    <p:extLst>
      <p:ext uri="{BB962C8B-B14F-4D97-AF65-F5344CB8AC3E}">
        <p14:creationId xmlns:p14="http://schemas.microsoft.com/office/powerpoint/2010/main" val="811352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0CACA-09A4-8C78-9474-1C2422506463}"/>
              </a:ext>
            </a:extLst>
          </p:cNvPr>
          <p:cNvSpPr>
            <a:spLocks noGrp="1"/>
          </p:cNvSpPr>
          <p:nvPr>
            <p:ph type="title"/>
          </p:nvPr>
        </p:nvSpPr>
        <p:spPr>
          <a:xfrm>
            <a:off x="546346" y="247141"/>
            <a:ext cx="8814470" cy="640080"/>
          </a:xfrm>
        </p:spPr>
        <p:txBody>
          <a:bodyPr/>
          <a:lstStyle/>
          <a:p>
            <a:r>
              <a:rPr lang="en-US" b="1" dirty="0"/>
              <a:t>Status of OneBOM high-level activities/Proposal for future </a:t>
            </a:r>
          </a:p>
        </p:txBody>
      </p:sp>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C50025AE-3B5F-99A9-1890-9498E5AE0530}"/>
                  </a:ext>
                </a:extLst>
              </p:cNvPr>
              <p:cNvGraphicFramePr>
                <a:graphicFrameLocks noChangeAspect="1"/>
              </p:cNvGraphicFramePr>
              <p:nvPr>
                <p:extLst>
                  <p:ext uri="{D42A27DB-BD31-4B8C-83A1-F6EECF244321}">
                    <p14:modId xmlns:p14="http://schemas.microsoft.com/office/powerpoint/2010/main" val="434460812"/>
                  </p:ext>
                </p:extLst>
              </p:nvPr>
            </p:nvGraphicFramePr>
            <p:xfrm>
              <a:off x="675242" y="1319550"/>
              <a:ext cx="2405314" cy="1352989"/>
            </p:xfrm>
            <a:graphic>
              <a:graphicData uri="http://schemas.microsoft.com/office/powerpoint/2016/slidezoom">
                <pslz:sldZm>
                  <pslz:sldZmObj sldId="2134806058" cId="2684777944">
                    <pslz:zmPr id="{2527C570-8CAC-42E6-8501-973A2FADE2F1}" returnToParent="0" transitionDur="1000">
                      <p166:blipFill xmlns:p166="http://schemas.microsoft.com/office/powerpoint/2016/6/main">
                        <a:blip r:embed="rId2"/>
                        <a:stretch>
                          <a:fillRect/>
                        </a:stretch>
                      </p166:blipFill>
                      <p166:spPr xmlns:p166="http://schemas.microsoft.com/office/powerpoint/2016/6/main">
                        <a:xfrm>
                          <a:off x="0" y="0"/>
                          <a:ext cx="2405314" cy="1352989"/>
                        </a:xfrm>
                        <a:prstGeom prst="rect">
                          <a:avLst/>
                        </a:prstGeom>
                        <a:ln w="3175">
                          <a:solidFill>
                            <a:prstClr val="ltGray"/>
                          </a:solidFill>
                        </a:ln>
                      </p166:spPr>
                    </pslz:zmPr>
                  </pslz:sldZmObj>
                </pslz:sldZm>
              </a:graphicData>
            </a:graphic>
          </p:graphicFrame>
        </mc:Choice>
        <mc:Fallback xmlns="">
          <p:pic>
            <p:nvPicPr>
              <p:cNvPr id="4" name="Slide Zoom 3">
                <a:extLst>
                  <a:ext uri="{FF2B5EF4-FFF2-40B4-BE49-F238E27FC236}">
                    <a16:creationId xmlns:a16="http://schemas.microsoft.com/office/drawing/2014/main" id="{C50025AE-3B5F-99A9-1890-9498E5AE0530}"/>
                  </a:ext>
                </a:extLst>
              </p:cNvPr>
              <p:cNvPicPr>
                <a:picLocks noGrp="1" noRot="1" noChangeAspect="1" noMove="1" noResize="1" noEditPoints="1" noAdjustHandles="1" noChangeArrowheads="1" noChangeShapeType="1"/>
              </p:cNvPicPr>
              <p:nvPr/>
            </p:nvPicPr>
            <p:blipFill>
              <a:blip r:embed="rId3"/>
              <a:stretch>
                <a:fillRect/>
              </a:stretch>
            </p:blipFill>
            <p:spPr>
              <a:xfrm>
                <a:off x="675242" y="1319550"/>
                <a:ext cx="2405314" cy="1352989"/>
              </a:xfrm>
              <a:prstGeom prst="rect">
                <a:avLst/>
              </a:prstGeom>
              <a:ln w="3175">
                <a:solidFill>
                  <a:prstClr val="ltGray"/>
                </a:solidFill>
              </a:ln>
            </p:spPr>
          </p:pic>
        </mc:Fallback>
      </mc:AlternateContent>
      <p:sp>
        <p:nvSpPr>
          <p:cNvPr id="9" name="TextBox 8">
            <a:extLst>
              <a:ext uri="{FF2B5EF4-FFF2-40B4-BE49-F238E27FC236}">
                <a16:creationId xmlns:a16="http://schemas.microsoft.com/office/drawing/2014/main" id="{F43128A6-2B76-2D0E-5199-A0F3F7C69672}"/>
              </a:ext>
            </a:extLst>
          </p:cNvPr>
          <p:cNvSpPr txBox="1"/>
          <p:nvPr/>
        </p:nvSpPr>
        <p:spPr>
          <a:xfrm>
            <a:off x="702447" y="3131301"/>
            <a:ext cx="10329431" cy="553998"/>
          </a:xfrm>
          <a:prstGeom prst="rect">
            <a:avLst/>
          </a:prstGeom>
        </p:spPr>
        <p:style>
          <a:lnRef idx="0">
            <a:schemeClr val="accent1"/>
          </a:lnRef>
          <a:fillRef idx="3">
            <a:schemeClr val="accent1"/>
          </a:fillRef>
          <a:effectRef idx="3">
            <a:schemeClr val="accent1"/>
          </a:effectRef>
          <a:fontRef idx="minor">
            <a:schemeClr val="lt1"/>
          </a:fontRef>
        </p:style>
        <p:txBody>
          <a:bodyPr wrap="square" lIns="137160" tIns="137160" rIns="137160" bIns="137160" rtlCol="0">
            <a:spAutoFit/>
          </a:bodyPr>
          <a:lstStyle/>
          <a:p>
            <a:r>
              <a:rPr lang="en-US" dirty="0"/>
              <a:t>In CBE, OneBOM activities should be incorporated as a regular project execution process</a:t>
            </a:r>
          </a:p>
        </p:txBody>
      </p:sp>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2A310FF0-D3A5-7E5F-3974-E801D99CDC05}"/>
                  </a:ext>
                </a:extLst>
              </p:cNvPr>
              <p:cNvGraphicFramePr>
                <a:graphicFrameLocks noChangeAspect="1"/>
              </p:cNvGraphicFramePr>
              <p:nvPr>
                <p:extLst>
                  <p:ext uri="{D42A27DB-BD31-4B8C-83A1-F6EECF244321}">
                    <p14:modId xmlns:p14="http://schemas.microsoft.com/office/powerpoint/2010/main" val="885479282"/>
                  </p:ext>
                </p:extLst>
              </p:nvPr>
            </p:nvGraphicFramePr>
            <p:xfrm>
              <a:off x="546346" y="4596966"/>
              <a:ext cx="2534210" cy="1425493"/>
            </p:xfrm>
            <a:graphic>
              <a:graphicData uri="http://schemas.microsoft.com/office/powerpoint/2016/slidezoom">
                <pslz:sldZm>
                  <pslz:sldZmObj sldId="2142534848" cId="1579333631">
                    <pslz:zmPr id="{882F99BA-0BFA-40A5-8304-1E45127483B8}" returnToParent="0" transitionDur="1000">
                      <p166:blipFill xmlns:p166="http://schemas.microsoft.com/office/powerpoint/2016/6/main">
                        <a:blip r:embed="rId4"/>
                        <a:stretch>
                          <a:fillRect/>
                        </a:stretch>
                      </p166:blipFill>
                      <p166:spPr xmlns:p166="http://schemas.microsoft.com/office/powerpoint/2016/6/main">
                        <a:xfrm>
                          <a:off x="0" y="0"/>
                          <a:ext cx="2534210" cy="1425493"/>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2A310FF0-D3A5-7E5F-3974-E801D99CDC05}"/>
                  </a:ext>
                </a:extLst>
              </p:cNvPr>
              <p:cNvPicPr>
                <a:picLocks noGrp="1" noRot="1" noChangeAspect="1" noMove="1" noResize="1" noEditPoints="1" noAdjustHandles="1" noChangeArrowheads="1" noChangeShapeType="1"/>
              </p:cNvPicPr>
              <p:nvPr/>
            </p:nvPicPr>
            <p:blipFill>
              <a:blip r:embed="rId5"/>
              <a:stretch>
                <a:fillRect/>
              </a:stretch>
            </p:blipFill>
            <p:spPr>
              <a:xfrm>
                <a:off x="546346" y="4596966"/>
                <a:ext cx="2534210" cy="142549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B8D2D8E2-1056-9C41-C1E6-E71A795D2E19}"/>
                  </a:ext>
                </a:extLst>
              </p:cNvPr>
              <p:cNvGraphicFramePr>
                <a:graphicFrameLocks noChangeAspect="1"/>
              </p:cNvGraphicFramePr>
              <p:nvPr>
                <p:extLst>
                  <p:ext uri="{D42A27DB-BD31-4B8C-83A1-F6EECF244321}">
                    <p14:modId xmlns:p14="http://schemas.microsoft.com/office/powerpoint/2010/main" val="4219049524"/>
                  </p:ext>
                </p:extLst>
              </p:nvPr>
            </p:nvGraphicFramePr>
            <p:xfrm>
              <a:off x="3231740" y="4593615"/>
              <a:ext cx="2412578" cy="1357075"/>
            </p:xfrm>
            <a:graphic>
              <a:graphicData uri="http://schemas.microsoft.com/office/powerpoint/2016/slidezoom">
                <pslz:sldZm>
                  <pslz:sldZmObj sldId="2142534853" cId="1095832583">
                    <pslz:zmPr id="{96910419-2CB6-4ED0-A164-381C2C6B8050}" returnToParent="0" transitionDur="1000">
                      <p166:blipFill xmlns:p166="http://schemas.microsoft.com/office/powerpoint/2016/6/main">
                        <a:blip r:embed="rId6"/>
                        <a:stretch>
                          <a:fillRect/>
                        </a:stretch>
                      </p166:blipFill>
                      <p166:spPr xmlns:p166="http://schemas.microsoft.com/office/powerpoint/2016/6/main">
                        <a:xfrm>
                          <a:off x="0" y="0"/>
                          <a:ext cx="2412578" cy="1357075"/>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B8D2D8E2-1056-9C41-C1E6-E71A795D2E19}"/>
                  </a:ext>
                </a:extLst>
              </p:cNvPr>
              <p:cNvPicPr>
                <a:picLocks noGrp="1" noRot="1" noChangeAspect="1" noMove="1" noResize="1" noEditPoints="1" noAdjustHandles="1" noChangeArrowheads="1" noChangeShapeType="1"/>
              </p:cNvPicPr>
              <p:nvPr/>
            </p:nvPicPr>
            <p:blipFill>
              <a:blip r:embed="rId7"/>
              <a:stretch>
                <a:fillRect/>
              </a:stretch>
            </p:blipFill>
            <p:spPr>
              <a:xfrm>
                <a:off x="3231740" y="4593615"/>
                <a:ext cx="2412578" cy="135707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49940749-EB7B-289E-2665-CC99156CD67A}"/>
                  </a:ext>
                </a:extLst>
              </p:cNvPr>
              <p:cNvGraphicFramePr>
                <a:graphicFrameLocks noChangeAspect="1"/>
              </p:cNvGraphicFramePr>
              <p:nvPr>
                <p:extLst>
                  <p:ext uri="{D42A27DB-BD31-4B8C-83A1-F6EECF244321}">
                    <p14:modId xmlns:p14="http://schemas.microsoft.com/office/powerpoint/2010/main" val="1023648197"/>
                  </p:ext>
                </p:extLst>
              </p:nvPr>
            </p:nvGraphicFramePr>
            <p:xfrm>
              <a:off x="6070116" y="4551222"/>
              <a:ext cx="2615532" cy="1471237"/>
            </p:xfrm>
            <a:graphic>
              <a:graphicData uri="http://schemas.microsoft.com/office/powerpoint/2016/slidezoom">
                <pslz:sldZm>
                  <pslz:sldZmObj sldId="2142534852" cId="3883185137">
                    <pslz:zmPr id="{0F8E382F-0212-4057-8843-7CAE1343A9BA}" returnToParent="0" transitionDur="1000">
                      <p166:blipFill xmlns:p166="http://schemas.microsoft.com/office/powerpoint/2016/6/main">
                        <a:blip r:embed="rId8"/>
                        <a:stretch>
                          <a:fillRect/>
                        </a:stretch>
                      </p166:blipFill>
                      <p166:spPr xmlns:p166="http://schemas.microsoft.com/office/powerpoint/2016/6/main">
                        <a:xfrm>
                          <a:off x="0" y="0"/>
                          <a:ext cx="2615532" cy="1471237"/>
                        </a:xfrm>
                        <a:prstGeom prst="rect">
                          <a:avLst/>
                        </a:prstGeom>
                        <a:ln w="3175">
                          <a:solidFill>
                            <a:prstClr val="ltGray"/>
                          </a:solidFill>
                        </a:ln>
                      </p166:spPr>
                    </pslz:zmPr>
                  </pslz:sldZmObj>
                </pslz:sldZm>
              </a:graphicData>
            </a:graphic>
          </p:graphicFrame>
        </mc:Choice>
        <mc:Fallback xmlns="">
          <p:pic>
            <p:nvPicPr>
              <p:cNvPr id="15" name="Slide Zoom 14">
                <a:extLst>
                  <a:ext uri="{FF2B5EF4-FFF2-40B4-BE49-F238E27FC236}">
                    <a16:creationId xmlns:a16="http://schemas.microsoft.com/office/drawing/2014/main" id="{49940749-EB7B-289E-2665-CC99156CD67A}"/>
                  </a:ext>
                </a:extLst>
              </p:cNvPr>
              <p:cNvPicPr>
                <a:picLocks noGrp="1" noRot="1" noChangeAspect="1" noMove="1" noResize="1" noEditPoints="1" noAdjustHandles="1" noChangeArrowheads="1" noChangeShapeType="1"/>
              </p:cNvPicPr>
              <p:nvPr/>
            </p:nvPicPr>
            <p:blipFill>
              <a:blip r:embed="rId9"/>
              <a:stretch>
                <a:fillRect/>
              </a:stretch>
            </p:blipFill>
            <p:spPr>
              <a:xfrm>
                <a:off x="6070116" y="4551222"/>
                <a:ext cx="2615532" cy="147123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7" name="Slide Zoom 16">
                <a:extLst>
                  <a:ext uri="{FF2B5EF4-FFF2-40B4-BE49-F238E27FC236}">
                    <a16:creationId xmlns:a16="http://schemas.microsoft.com/office/drawing/2014/main" id="{348D0DEC-95C6-F74D-6C9B-C6BE88AF7A6A}"/>
                  </a:ext>
                </a:extLst>
              </p:cNvPr>
              <p:cNvGraphicFramePr>
                <a:graphicFrameLocks noChangeAspect="1"/>
              </p:cNvGraphicFramePr>
              <p:nvPr>
                <p:extLst>
                  <p:ext uri="{D42A27DB-BD31-4B8C-83A1-F6EECF244321}">
                    <p14:modId xmlns:p14="http://schemas.microsoft.com/office/powerpoint/2010/main" val="769447410"/>
                  </p:ext>
                </p:extLst>
              </p:nvPr>
            </p:nvGraphicFramePr>
            <p:xfrm>
              <a:off x="9030121" y="4551221"/>
              <a:ext cx="2615533" cy="1471237"/>
            </p:xfrm>
            <a:graphic>
              <a:graphicData uri="http://schemas.microsoft.com/office/powerpoint/2016/slidezoom">
                <pslz:sldZm>
                  <pslz:sldZmObj sldId="2142534854" cId="384288659">
                    <pslz:zmPr id="{F15ECC75-93C8-42F1-824B-E5E986D5A640}" returnToParent="0" transitionDur="1000">
                      <p166:blipFill xmlns:p166="http://schemas.microsoft.com/office/powerpoint/2016/6/main">
                        <a:blip r:embed="rId10"/>
                        <a:stretch>
                          <a:fillRect/>
                        </a:stretch>
                      </p166:blipFill>
                      <p166:spPr xmlns:p166="http://schemas.microsoft.com/office/powerpoint/2016/6/main">
                        <a:xfrm>
                          <a:off x="0" y="0"/>
                          <a:ext cx="2615533" cy="1471237"/>
                        </a:xfrm>
                        <a:prstGeom prst="rect">
                          <a:avLst/>
                        </a:prstGeom>
                        <a:ln w="3175">
                          <a:solidFill>
                            <a:prstClr val="ltGray"/>
                          </a:solidFill>
                        </a:ln>
                      </p166:spPr>
                    </pslz:zmPr>
                  </pslz:sldZmObj>
                </pslz:sldZm>
              </a:graphicData>
            </a:graphic>
          </p:graphicFrame>
        </mc:Choice>
        <mc:Fallback xmlns="">
          <p:pic>
            <p:nvPicPr>
              <p:cNvPr id="17" name="Slide Zoom 16">
                <a:extLst>
                  <a:ext uri="{FF2B5EF4-FFF2-40B4-BE49-F238E27FC236}">
                    <a16:creationId xmlns:a16="http://schemas.microsoft.com/office/drawing/2014/main" id="{348D0DEC-95C6-F74D-6C9B-C6BE88AF7A6A}"/>
                  </a:ext>
                </a:extLst>
              </p:cNvPr>
              <p:cNvPicPr>
                <a:picLocks noGrp="1" noRot="1" noChangeAspect="1" noMove="1" noResize="1" noEditPoints="1" noAdjustHandles="1" noChangeArrowheads="1" noChangeShapeType="1"/>
              </p:cNvPicPr>
              <p:nvPr/>
            </p:nvPicPr>
            <p:blipFill>
              <a:blip r:embed="rId11"/>
              <a:stretch>
                <a:fillRect/>
              </a:stretch>
            </p:blipFill>
            <p:spPr>
              <a:xfrm>
                <a:off x="9030121" y="4551221"/>
                <a:ext cx="2615533" cy="1471237"/>
              </a:xfrm>
              <a:prstGeom prst="rect">
                <a:avLst/>
              </a:prstGeom>
              <a:ln w="3175">
                <a:solidFill>
                  <a:prstClr val="ltGray"/>
                </a:solidFill>
              </a:ln>
            </p:spPr>
          </p:pic>
        </mc:Fallback>
      </mc:AlternateContent>
      <p:sp>
        <p:nvSpPr>
          <p:cNvPr id="19" name="TextBox 18">
            <a:extLst>
              <a:ext uri="{FF2B5EF4-FFF2-40B4-BE49-F238E27FC236}">
                <a16:creationId xmlns:a16="http://schemas.microsoft.com/office/drawing/2014/main" id="{C5F28055-376E-DB8C-8250-D1C8B51D3C84}"/>
              </a:ext>
            </a:extLst>
          </p:cNvPr>
          <p:cNvSpPr txBox="1"/>
          <p:nvPr/>
        </p:nvSpPr>
        <p:spPr>
          <a:xfrm>
            <a:off x="9865311" y="-4418"/>
            <a:ext cx="2519038" cy="369332"/>
          </a:xfrm>
          <a:prstGeom prst="rect">
            <a:avLst/>
          </a:prstGeom>
          <a:noFill/>
        </p:spPr>
        <p:txBody>
          <a:bodyPr wrap="square">
            <a:spAutoFit/>
          </a:bodyPr>
          <a:lstStyle/>
          <a:p>
            <a:r>
              <a:rPr lang="en-US" dirty="0">
                <a:hlinkClick r:id="rId12"/>
              </a:rPr>
              <a:t>BIOS-Payloads.xlsx</a:t>
            </a:r>
            <a:r>
              <a:rPr lang="en-US" dirty="0"/>
              <a:t> </a:t>
            </a:r>
          </a:p>
        </p:txBody>
      </p:sp>
      <p:sp>
        <p:nvSpPr>
          <p:cNvPr id="21" name="TextBox 20">
            <a:extLst>
              <a:ext uri="{FF2B5EF4-FFF2-40B4-BE49-F238E27FC236}">
                <a16:creationId xmlns:a16="http://schemas.microsoft.com/office/drawing/2014/main" id="{96F896E8-BFB5-8389-B78E-9D21ECCB177B}"/>
              </a:ext>
            </a:extLst>
          </p:cNvPr>
          <p:cNvSpPr txBox="1"/>
          <p:nvPr/>
        </p:nvSpPr>
        <p:spPr>
          <a:xfrm>
            <a:off x="9865311" y="315622"/>
            <a:ext cx="2333134" cy="369332"/>
          </a:xfrm>
          <a:prstGeom prst="rect">
            <a:avLst/>
          </a:prstGeom>
          <a:noFill/>
        </p:spPr>
        <p:txBody>
          <a:bodyPr wrap="square">
            <a:spAutoFit/>
          </a:bodyPr>
          <a:lstStyle/>
          <a:p>
            <a:r>
              <a:rPr lang="en-US" dirty="0">
                <a:hlinkClick r:id="rId13"/>
              </a:rPr>
              <a:t>IFWI-Payloads.xlsx</a:t>
            </a:r>
            <a:r>
              <a:rPr lang="en-US" dirty="0"/>
              <a:t> </a:t>
            </a:r>
          </a:p>
        </p:txBody>
      </p:sp>
      <mc:AlternateContent xmlns:mc="http://schemas.openxmlformats.org/markup-compatibility/2006" xmlns:pslz="http://schemas.microsoft.com/office/powerpoint/2016/slidezoom">
        <mc:Choice Requires="pslz">
          <p:graphicFrame>
            <p:nvGraphicFramePr>
              <p:cNvPr id="23" name="Slide Zoom 22">
                <a:extLst>
                  <a:ext uri="{FF2B5EF4-FFF2-40B4-BE49-F238E27FC236}">
                    <a16:creationId xmlns:a16="http://schemas.microsoft.com/office/drawing/2014/main" id="{83DC7022-93E1-3592-7826-DA10353C3DB5}"/>
                  </a:ext>
                </a:extLst>
              </p:cNvPr>
              <p:cNvGraphicFramePr>
                <a:graphicFrameLocks noChangeAspect="1"/>
              </p:cNvGraphicFramePr>
              <p:nvPr>
                <p:extLst>
                  <p:ext uri="{D42A27DB-BD31-4B8C-83A1-F6EECF244321}">
                    <p14:modId xmlns:p14="http://schemas.microsoft.com/office/powerpoint/2010/main" val="1796523551"/>
                  </p:ext>
                </p:extLst>
              </p:nvPr>
            </p:nvGraphicFramePr>
            <p:xfrm>
              <a:off x="3376311" y="1348614"/>
              <a:ext cx="2405314" cy="1352989"/>
            </p:xfrm>
            <a:graphic>
              <a:graphicData uri="http://schemas.microsoft.com/office/powerpoint/2016/slidezoom">
                <pslz:sldZm>
                  <pslz:sldZmObj sldId="2147471906" cId="2143642863">
                    <pslz:zmPr id="{56313892-FEE2-47BA-95F8-D54AABA802D6}" returnToParent="0" transitionDur="1000">
                      <p166:blipFill xmlns:p166="http://schemas.microsoft.com/office/powerpoint/2016/6/main">
                        <a:blip r:embed="rId14"/>
                        <a:stretch>
                          <a:fillRect/>
                        </a:stretch>
                      </p166:blipFill>
                      <p166:spPr xmlns:p166="http://schemas.microsoft.com/office/powerpoint/2016/6/main">
                        <a:xfrm>
                          <a:off x="0" y="0"/>
                          <a:ext cx="2405314" cy="1352989"/>
                        </a:xfrm>
                        <a:prstGeom prst="rect">
                          <a:avLst/>
                        </a:prstGeom>
                        <a:ln w="3175">
                          <a:solidFill>
                            <a:prstClr val="ltGray"/>
                          </a:solidFill>
                        </a:ln>
                      </p166:spPr>
                    </pslz:zmPr>
                  </pslz:sldZmObj>
                </pslz:sldZm>
              </a:graphicData>
            </a:graphic>
          </p:graphicFrame>
        </mc:Choice>
        <mc:Fallback xmlns="">
          <p:pic>
            <p:nvPicPr>
              <p:cNvPr id="23" name="Slide Zoom 22">
                <a:extLst>
                  <a:ext uri="{FF2B5EF4-FFF2-40B4-BE49-F238E27FC236}">
                    <a16:creationId xmlns:a16="http://schemas.microsoft.com/office/drawing/2014/main" id="{83DC7022-93E1-3592-7826-DA10353C3DB5}"/>
                  </a:ext>
                </a:extLst>
              </p:cNvPr>
              <p:cNvPicPr>
                <a:picLocks noGrp="1" noRot="1" noChangeAspect="1" noMove="1" noResize="1" noEditPoints="1" noAdjustHandles="1" noChangeArrowheads="1" noChangeShapeType="1"/>
              </p:cNvPicPr>
              <p:nvPr/>
            </p:nvPicPr>
            <p:blipFill>
              <a:blip r:embed="rId15"/>
              <a:stretch>
                <a:fillRect/>
              </a:stretch>
            </p:blipFill>
            <p:spPr>
              <a:xfrm>
                <a:off x="3376311" y="1348614"/>
                <a:ext cx="2405314" cy="135298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5" name="Slide Zoom 24">
                <a:extLst>
                  <a:ext uri="{FF2B5EF4-FFF2-40B4-BE49-F238E27FC236}">
                    <a16:creationId xmlns:a16="http://schemas.microsoft.com/office/drawing/2014/main" id="{BDDCCB49-EA4C-F38B-5896-B57E4A9EA4A2}"/>
                  </a:ext>
                </a:extLst>
              </p:cNvPr>
              <p:cNvGraphicFramePr>
                <a:graphicFrameLocks noChangeAspect="1"/>
              </p:cNvGraphicFramePr>
              <p:nvPr>
                <p:extLst>
                  <p:ext uri="{D42A27DB-BD31-4B8C-83A1-F6EECF244321}">
                    <p14:modId xmlns:p14="http://schemas.microsoft.com/office/powerpoint/2010/main" val="4067533922"/>
                  </p:ext>
                </p:extLst>
              </p:nvPr>
            </p:nvGraphicFramePr>
            <p:xfrm>
              <a:off x="6077380" y="1348613"/>
              <a:ext cx="2405314" cy="1352989"/>
            </p:xfrm>
            <a:graphic>
              <a:graphicData uri="http://schemas.microsoft.com/office/powerpoint/2016/slidezoom">
                <pslz:sldZm>
                  <pslz:sldZmObj sldId="2147471907" cId="3424582044">
                    <pslz:zmPr id="{06C786FD-6EA9-497A-955A-5C04D0CA26CF}" returnToParent="0" transitionDur="1000">
                      <p166:blipFill xmlns:p166="http://schemas.microsoft.com/office/powerpoint/2016/6/main">
                        <a:blip r:embed="rId16"/>
                        <a:stretch>
                          <a:fillRect/>
                        </a:stretch>
                      </p166:blipFill>
                      <p166:spPr xmlns:p166="http://schemas.microsoft.com/office/powerpoint/2016/6/main">
                        <a:xfrm>
                          <a:off x="0" y="0"/>
                          <a:ext cx="2405314" cy="1352989"/>
                        </a:xfrm>
                        <a:prstGeom prst="rect">
                          <a:avLst/>
                        </a:prstGeom>
                        <a:ln w="3175">
                          <a:solidFill>
                            <a:prstClr val="ltGray"/>
                          </a:solidFill>
                        </a:ln>
                      </p166:spPr>
                    </pslz:zmPr>
                  </pslz:sldZmObj>
                </pslz:sldZm>
              </a:graphicData>
            </a:graphic>
          </p:graphicFrame>
        </mc:Choice>
        <mc:Fallback xmlns="">
          <p:pic>
            <p:nvPicPr>
              <p:cNvPr id="25" name="Slide Zoom 24">
                <a:extLst>
                  <a:ext uri="{FF2B5EF4-FFF2-40B4-BE49-F238E27FC236}">
                    <a16:creationId xmlns:a16="http://schemas.microsoft.com/office/drawing/2014/main" id="{BDDCCB49-EA4C-F38B-5896-B57E4A9EA4A2}"/>
                  </a:ext>
                </a:extLst>
              </p:cNvPr>
              <p:cNvPicPr>
                <a:picLocks noGrp="1" noRot="1" noChangeAspect="1" noMove="1" noResize="1" noEditPoints="1" noAdjustHandles="1" noChangeArrowheads="1" noChangeShapeType="1"/>
              </p:cNvPicPr>
              <p:nvPr/>
            </p:nvPicPr>
            <p:blipFill>
              <a:blip r:embed="rId17"/>
              <a:stretch>
                <a:fillRect/>
              </a:stretch>
            </p:blipFill>
            <p:spPr>
              <a:xfrm>
                <a:off x="6077380" y="1348613"/>
                <a:ext cx="2405314" cy="135298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7" name="Slide Zoom 26">
                <a:extLst>
                  <a:ext uri="{FF2B5EF4-FFF2-40B4-BE49-F238E27FC236}">
                    <a16:creationId xmlns:a16="http://schemas.microsoft.com/office/drawing/2014/main" id="{3FCC5806-BC0D-3F33-4F27-775018C24F19}"/>
                  </a:ext>
                </a:extLst>
              </p:cNvPr>
              <p:cNvGraphicFramePr>
                <a:graphicFrameLocks noChangeAspect="1"/>
              </p:cNvGraphicFramePr>
              <p:nvPr>
                <p:extLst>
                  <p:ext uri="{D42A27DB-BD31-4B8C-83A1-F6EECF244321}">
                    <p14:modId xmlns:p14="http://schemas.microsoft.com/office/powerpoint/2010/main" val="3644232314"/>
                  </p:ext>
                </p:extLst>
              </p:nvPr>
            </p:nvGraphicFramePr>
            <p:xfrm>
              <a:off x="8778449" y="1348612"/>
              <a:ext cx="2405314" cy="1352989"/>
            </p:xfrm>
            <a:graphic>
              <a:graphicData uri="http://schemas.microsoft.com/office/powerpoint/2016/slidezoom">
                <pslz:sldZm>
                  <pslz:sldZmObj sldId="2147471908" cId="1424826330">
                    <pslz:zmPr id="{7514F657-AFE2-47AE-96C9-4230F51903DE}" returnToParent="0" transitionDur="1000">
                      <p166:blipFill xmlns:p166="http://schemas.microsoft.com/office/powerpoint/2016/6/main">
                        <a:blip r:embed="rId18"/>
                        <a:stretch>
                          <a:fillRect/>
                        </a:stretch>
                      </p166:blipFill>
                      <p166:spPr xmlns:p166="http://schemas.microsoft.com/office/powerpoint/2016/6/main">
                        <a:xfrm>
                          <a:off x="0" y="0"/>
                          <a:ext cx="2405314" cy="1352989"/>
                        </a:xfrm>
                        <a:prstGeom prst="rect">
                          <a:avLst/>
                        </a:prstGeom>
                        <a:ln w="3175">
                          <a:solidFill>
                            <a:prstClr val="ltGray"/>
                          </a:solidFill>
                        </a:ln>
                      </p166:spPr>
                    </pslz:zmPr>
                  </pslz:sldZmObj>
                </pslz:sldZm>
              </a:graphicData>
            </a:graphic>
          </p:graphicFrame>
        </mc:Choice>
        <mc:Fallback xmlns="">
          <p:pic>
            <p:nvPicPr>
              <p:cNvPr id="27" name="Slide Zoom 26">
                <a:extLst>
                  <a:ext uri="{FF2B5EF4-FFF2-40B4-BE49-F238E27FC236}">
                    <a16:creationId xmlns:a16="http://schemas.microsoft.com/office/drawing/2014/main" id="{3FCC5806-BC0D-3F33-4F27-775018C24F19}"/>
                  </a:ext>
                </a:extLst>
              </p:cNvPr>
              <p:cNvPicPr>
                <a:picLocks noGrp="1" noRot="1" noChangeAspect="1" noMove="1" noResize="1" noEditPoints="1" noAdjustHandles="1" noChangeArrowheads="1" noChangeShapeType="1"/>
              </p:cNvPicPr>
              <p:nvPr/>
            </p:nvPicPr>
            <p:blipFill>
              <a:blip r:embed="rId19"/>
              <a:stretch>
                <a:fillRect/>
              </a:stretch>
            </p:blipFill>
            <p:spPr>
              <a:xfrm>
                <a:off x="8778449" y="1348612"/>
                <a:ext cx="2405314" cy="1352989"/>
              </a:xfrm>
              <a:prstGeom prst="rect">
                <a:avLst/>
              </a:prstGeom>
              <a:ln w="3175">
                <a:solidFill>
                  <a:prstClr val="ltGray"/>
                </a:solidFill>
              </a:ln>
            </p:spPr>
          </p:pic>
        </mc:Fallback>
      </mc:AlternateContent>
      <p:sp>
        <p:nvSpPr>
          <p:cNvPr id="28" name="TextBox 27">
            <a:extLst>
              <a:ext uri="{FF2B5EF4-FFF2-40B4-BE49-F238E27FC236}">
                <a16:creationId xmlns:a16="http://schemas.microsoft.com/office/drawing/2014/main" id="{9AA83464-FE8D-7611-1A86-F25069F53F81}"/>
              </a:ext>
            </a:extLst>
          </p:cNvPr>
          <p:cNvSpPr txBox="1"/>
          <p:nvPr/>
        </p:nvSpPr>
        <p:spPr>
          <a:xfrm>
            <a:off x="675242" y="3818390"/>
            <a:ext cx="10683694" cy="553998"/>
          </a:xfrm>
          <a:prstGeom prst="rect">
            <a:avLst/>
          </a:prstGeom>
          <a:noFill/>
        </p:spPr>
        <p:txBody>
          <a:bodyPr wrap="none" lIns="137160" tIns="137160" rIns="137160" bIns="137160" rtlCol="0">
            <a:spAutoFit/>
          </a:bodyPr>
          <a:lstStyle/>
          <a:p>
            <a:pPr algn="l"/>
            <a:r>
              <a:rPr lang="en-US" dirty="0"/>
              <a:t>Proposal is ready for CBE internal teams' review. Reviews started.  To be completed by WW31’25 </a:t>
            </a:r>
          </a:p>
        </p:txBody>
      </p:sp>
    </p:spTree>
    <p:extLst>
      <p:ext uri="{BB962C8B-B14F-4D97-AF65-F5344CB8AC3E}">
        <p14:creationId xmlns:p14="http://schemas.microsoft.com/office/powerpoint/2010/main" val="398909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1F0AF-F8CE-C676-F3A7-C1F1B09A3C3A}"/>
            </a:ext>
          </a:extLst>
        </p:cNvPr>
        <p:cNvGrpSpPr/>
        <p:nvPr/>
      </p:nvGrpSpPr>
      <p:grpSpPr>
        <a:xfrm>
          <a:off x="0" y="0"/>
          <a:ext cx="0" cy="0"/>
          <a:chOff x="0" y="0"/>
          <a:chExt cx="0" cy="0"/>
        </a:xfrm>
      </p:grpSpPr>
      <p:sp>
        <p:nvSpPr>
          <p:cNvPr id="81" name="Rectangle 80">
            <a:extLst>
              <a:ext uri="{FF2B5EF4-FFF2-40B4-BE49-F238E27FC236}">
                <a16:creationId xmlns:a16="http://schemas.microsoft.com/office/drawing/2014/main" id="{B1A0966D-EC53-7265-5D56-18818553275F}"/>
              </a:ext>
            </a:extLst>
          </p:cNvPr>
          <p:cNvSpPr/>
          <p:nvPr/>
        </p:nvSpPr>
        <p:spPr>
          <a:xfrm>
            <a:off x="640080" y="1352550"/>
            <a:ext cx="10910316" cy="48641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1200"/>
              </a:spcAft>
            </a:pPr>
            <a:endParaRPr lang="en-US" sz="1600" dirty="0">
              <a:solidFill>
                <a:schemeClr val="tx1"/>
              </a:solidFill>
              <a:latin typeface="IntelOne Text Medium" panose="020B0703020203020204" pitchFamily="34" charset="0"/>
            </a:endParaRPr>
          </a:p>
        </p:txBody>
      </p:sp>
      <p:graphicFrame>
        <p:nvGraphicFramePr>
          <p:cNvPr id="2" name="Table 1">
            <a:extLst>
              <a:ext uri="{FF2B5EF4-FFF2-40B4-BE49-F238E27FC236}">
                <a16:creationId xmlns:a16="http://schemas.microsoft.com/office/drawing/2014/main" id="{CB905806-2DA1-81DF-04F7-536E2B87D44E}"/>
              </a:ext>
            </a:extLst>
          </p:cNvPr>
          <p:cNvGraphicFramePr>
            <a:graphicFrameLocks noGrp="1"/>
          </p:cNvGraphicFramePr>
          <p:nvPr>
            <p:extLst>
              <p:ext uri="{D42A27DB-BD31-4B8C-83A1-F6EECF244321}">
                <p14:modId xmlns:p14="http://schemas.microsoft.com/office/powerpoint/2010/main" val="2060412885"/>
              </p:ext>
            </p:extLst>
          </p:nvPr>
        </p:nvGraphicFramePr>
        <p:xfrm>
          <a:off x="546346" y="1146810"/>
          <a:ext cx="11519858" cy="4267200"/>
        </p:xfrm>
        <a:graphic>
          <a:graphicData uri="http://schemas.openxmlformats.org/drawingml/2006/table">
            <a:tbl>
              <a:tblPr firstRow="1" bandRow="1">
                <a:tableStyleId>{5A111915-BE36-4E01-A7E5-04B1672EAD32}</a:tableStyleId>
              </a:tblPr>
              <a:tblGrid>
                <a:gridCol w="5545455">
                  <a:extLst>
                    <a:ext uri="{9D8B030D-6E8A-4147-A177-3AD203B41FA5}">
                      <a16:colId xmlns:a16="http://schemas.microsoft.com/office/drawing/2014/main" val="4180186245"/>
                    </a:ext>
                  </a:extLst>
                </a:gridCol>
                <a:gridCol w="1438135">
                  <a:extLst>
                    <a:ext uri="{9D8B030D-6E8A-4147-A177-3AD203B41FA5}">
                      <a16:colId xmlns:a16="http://schemas.microsoft.com/office/drawing/2014/main" val="683776765"/>
                    </a:ext>
                  </a:extLst>
                </a:gridCol>
                <a:gridCol w="4536268">
                  <a:extLst>
                    <a:ext uri="{9D8B030D-6E8A-4147-A177-3AD203B41FA5}">
                      <a16:colId xmlns:a16="http://schemas.microsoft.com/office/drawing/2014/main" val="903476967"/>
                    </a:ext>
                  </a:extLst>
                </a:gridCol>
              </a:tblGrid>
              <a:tr h="338375">
                <a:tc>
                  <a:txBody>
                    <a:bodyPr/>
                    <a:lstStyle/>
                    <a:p>
                      <a:pPr algn="ctr"/>
                      <a:r>
                        <a:rPr lang="en-US" dirty="0"/>
                        <a:t>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1002144"/>
                  </a:ext>
                </a:extLst>
              </a:tr>
              <a:tr h="17078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Generate SBOM with OneBOM Genesis Tool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We are not able to generate a correct basic SBOM today for BIOS using OneBOM Genesis tool. It seems to be expected as we don’t have OneBOM information is place.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With the BIOS OneBOM infra in place, we assume that we may be able to correct generate SBOM.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Next step is to find Intel OneBOM Genesis tool owner to understand this and confirm this assumption.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Lavanya(BIOS CCE) is also looking at this issue.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3568402"/>
                  </a:ext>
                </a:extLst>
              </a:tr>
              <a:tr h="3504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Open source SBOM tool initial trials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400" kern="1200" dirty="0">
                          <a:solidFill>
                            <a:schemeClr val="tx1"/>
                          </a:solidFill>
                          <a:latin typeface="+mn-lt"/>
                          <a:ea typeface="+mn-ea"/>
                          <a:cs typeface="+mn-cs"/>
                        </a:rPr>
                        <a:t>Darbin did initial experiment. </a:t>
                      </a:r>
                    </a:p>
                    <a:p>
                      <a:r>
                        <a:rPr lang="en-US" sz="1400" kern="1200" dirty="0">
                          <a:solidFill>
                            <a:schemeClr val="tx1"/>
                          </a:solidFill>
                          <a:latin typeface="+mn-lt"/>
                          <a:ea typeface="+mn-ea"/>
                          <a:cs typeface="+mn-cs"/>
                        </a:rPr>
                        <a:t>Output Analysis in progress.</a:t>
                      </a:r>
                    </a:p>
                    <a:p>
                      <a:r>
                        <a:rPr lang="en-US" sz="1400" kern="1200" dirty="0">
                          <a:solidFill>
                            <a:schemeClr val="tx1"/>
                          </a:solidFill>
                          <a:latin typeface="+mn-lt"/>
                          <a:ea typeface="+mn-ea"/>
                          <a:cs typeface="+mn-cs"/>
                        </a:rPr>
                        <a:t>ETA: WW31’25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2066552"/>
                  </a:ext>
                </a:extLst>
              </a:tr>
              <a:tr h="8741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UEFI SBOM Guidelines by UEFI SBOM 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400" kern="1200" dirty="0">
                          <a:solidFill>
                            <a:schemeClr val="tx1"/>
                          </a:solidFill>
                          <a:latin typeface="+mn-lt"/>
                          <a:ea typeface="+mn-ea"/>
                          <a:cs typeface="+mn-cs"/>
                        </a:rPr>
                        <a:t>(ETA: September 2025)</a:t>
                      </a:r>
                    </a:p>
                    <a:p>
                      <a:endParaRPr lang="en-US" sz="1400" kern="1200" dirty="0">
                        <a:solidFill>
                          <a:schemeClr val="tx1"/>
                        </a:solidFill>
                        <a:latin typeface="+mn-lt"/>
                        <a:ea typeface="+mn-ea"/>
                        <a:cs typeface="+mn-cs"/>
                      </a:endParaRPr>
                    </a:p>
                    <a:p>
                      <a:r>
                        <a:rPr lang="en-US" sz="1400" kern="1200" dirty="0">
                          <a:solidFill>
                            <a:schemeClr val="tx1"/>
                          </a:solidFill>
                          <a:latin typeface="+mn-lt"/>
                          <a:ea typeface="+mn-ea"/>
                          <a:cs typeface="+mn-cs"/>
                        </a:rPr>
                        <a:t>Plan is to have guidelines update in CBE staff update before that with.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7933810"/>
                  </a:ext>
                </a:extLst>
              </a:tr>
            </a:tbl>
          </a:graphicData>
        </a:graphic>
      </p:graphicFrame>
      <p:sp>
        <p:nvSpPr>
          <p:cNvPr id="6" name="Title 1">
            <a:extLst>
              <a:ext uri="{FF2B5EF4-FFF2-40B4-BE49-F238E27FC236}">
                <a16:creationId xmlns:a16="http://schemas.microsoft.com/office/drawing/2014/main" id="{E6E0BEF7-2627-9AB1-02B9-5145081446A8}"/>
              </a:ext>
            </a:extLst>
          </p:cNvPr>
          <p:cNvSpPr txBox="1">
            <a:spLocks/>
          </p:cNvSpPr>
          <p:nvPr/>
        </p:nvSpPr>
        <p:spPr>
          <a:xfrm>
            <a:off x="546346" y="247141"/>
            <a:ext cx="8814470" cy="64008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b="1" dirty="0"/>
              <a:t>Status of SBOM high-level activities</a:t>
            </a:r>
          </a:p>
        </p:txBody>
      </p:sp>
      <p:sp>
        <p:nvSpPr>
          <p:cNvPr id="12" name="TextBox 11">
            <a:extLst>
              <a:ext uri="{FF2B5EF4-FFF2-40B4-BE49-F238E27FC236}">
                <a16:creationId xmlns:a16="http://schemas.microsoft.com/office/drawing/2014/main" id="{6829D39D-BACF-2567-CF5A-69A5F1C08DA3}"/>
              </a:ext>
            </a:extLst>
          </p:cNvPr>
          <p:cNvSpPr txBox="1"/>
          <p:nvPr/>
        </p:nvSpPr>
        <p:spPr>
          <a:xfrm>
            <a:off x="686068" y="5673599"/>
            <a:ext cx="10818340" cy="646331"/>
          </a:xfrm>
          <a:prstGeom prst="rect">
            <a:avLst/>
          </a:prstGeom>
          <a:noFill/>
        </p:spPr>
        <p:txBody>
          <a:bodyPr wrap="square">
            <a:spAutoFit/>
          </a:bodyPr>
          <a:lstStyle/>
          <a:p>
            <a:pPr algn="l"/>
            <a:r>
              <a:rPr lang="en-US" dirty="0"/>
              <a:t>Discussion with the Server team to have similar workflows between Client and Server BIOS/IFWI.</a:t>
            </a:r>
          </a:p>
          <a:p>
            <a:r>
              <a:rPr lang="en-US" dirty="0"/>
              <a:t>	- Meeting with Allison Goodman later today.</a:t>
            </a:r>
          </a:p>
        </p:txBody>
      </p:sp>
    </p:spTree>
    <p:extLst>
      <p:ext uri="{BB962C8B-B14F-4D97-AF65-F5344CB8AC3E}">
        <p14:creationId xmlns:p14="http://schemas.microsoft.com/office/powerpoint/2010/main" val="2951862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0B760-FAE8-EBEC-A688-EE28A26EEA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51A597-62A3-2C0E-F2FC-53740D4176F8}"/>
              </a:ext>
            </a:extLst>
          </p:cNvPr>
          <p:cNvSpPr txBox="1"/>
          <p:nvPr/>
        </p:nvSpPr>
        <p:spPr>
          <a:xfrm>
            <a:off x="385600" y="1074509"/>
            <a:ext cx="11419275" cy="4985980"/>
          </a:xfrm>
          <a:prstGeom prst="rect">
            <a:avLst/>
          </a:prstGeom>
          <a:noFill/>
        </p:spPr>
        <p:txBody>
          <a:bodyPr wrap="square" lIns="137160" tIns="137160" rIns="137160" bIns="137160" rtlCol="0">
            <a:spAutoFit/>
          </a:bodyPr>
          <a:lstStyle/>
          <a:p>
            <a:pPr marL="285750" indent="-285750">
              <a:buFont typeface="Wingdings" panose="05000000000000000000" pitchFamily="2" charset="2"/>
              <a:buChar char="q"/>
            </a:pPr>
            <a:r>
              <a:rPr lang="en-US" dirty="0"/>
              <a:t>Discussions are in progress to keep FSP binary as an ingredient from OneBOM perspective as it adds additional overhead with separate OWR uploads or keep it similar to MRC(no OWR upload)?</a:t>
            </a:r>
          </a:p>
          <a:p>
            <a:pPr marL="742950" lvl="1" indent="-285750">
              <a:buFont typeface="Arial" panose="020B0604020202020204" pitchFamily="34" charset="0"/>
              <a:buChar char="•"/>
            </a:pPr>
            <a:r>
              <a:rPr lang="en-US" dirty="0"/>
              <a:t>Will try to conclude in the next couple of weeks.</a:t>
            </a:r>
          </a:p>
          <a:p>
            <a:pPr marL="285750" indent="-285750">
              <a:buFont typeface="Arial" panose="020B0604020202020204" pitchFamily="34" charset="0"/>
              <a:buChar char="•"/>
            </a:pPr>
            <a:endParaRPr lang="en-US" dirty="0"/>
          </a:p>
          <a:p>
            <a:pPr marL="285750" indent="-285750">
              <a:buFont typeface="Wingdings" panose="05000000000000000000" pitchFamily="2" charset="2"/>
              <a:buChar char="q"/>
            </a:pPr>
            <a:r>
              <a:rPr lang="en-US" dirty="0"/>
              <a:t>Multiple external dependencies slows down the progress.</a:t>
            </a:r>
          </a:p>
          <a:p>
            <a:pPr marL="742950" lvl="1" indent="-285750">
              <a:buFont typeface="Arial" panose="020B0604020202020204" pitchFamily="34" charset="0"/>
              <a:buChar char="•"/>
            </a:pPr>
            <a:r>
              <a:rPr lang="en-US" dirty="0"/>
              <a:t>Example: </a:t>
            </a:r>
          </a:p>
          <a:p>
            <a:pPr marL="1200150" lvl="2" indent="-285750">
              <a:buFont typeface="Arial" panose="020B0604020202020204" pitchFamily="34" charset="0"/>
              <a:buChar char="•"/>
            </a:pPr>
            <a:r>
              <a:rPr lang="en-US" dirty="0"/>
              <a:t>IFWI ingredients entries not in SPEED/IPX</a:t>
            </a:r>
          </a:p>
          <a:p>
            <a:pPr marL="1200150" lvl="2" indent="-285750">
              <a:buFont typeface="Arial" panose="020B0604020202020204" pitchFamily="34" charset="0"/>
              <a:buChar char="•"/>
            </a:pPr>
            <a:r>
              <a:rPr lang="en-US" dirty="0"/>
              <a:t>BIOS ingredients entries not in SPEED/IPX</a:t>
            </a:r>
          </a:p>
          <a:p>
            <a:pPr marL="1200150" lvl="2" indent="-285750">
              <a:buFont typeface="Arial" panose="020B0604020202020204" pitchFamily="34" charset="0"/>
              <a:buChar char="•"/>
            </a:pPr>
            <a:r>
              <a:rPr lang="en-US" dirty="0"/>
              <a:t>Fix is required by IT for some tools.</a:t>
            </a:r>
          </a:p>
          <a:p>
            <a:pPr marL="1657350" lvl="3" indent="-285750">
              <a:buFont typeface="Arial" panose="020B0604020202020204" pitchFamily="34" charset="0"/>
              <a:buChar char="•"/>
            </a:pPr>
            <a:r>
              <a:rPr lang="en-US" dirty="0"/>
              <a:t>INC14754817 - Variant to Component mapping does not allow to specify IPX Line</a:t>
            </a:r>
          </a:p>
          <a:p>
            <a:pPr marL="1200150" lvl="2" indent="-285750">
              <a:buFont typeface="Arial" panose="020B0604020202020204" pitchFamily="34" charset="0"/>
              <a:buChar char="•"/>
            </a:pPr>
            <a:r>
              <a:rPr lang="en-US" dirty="0">
                <a:latin typeface="Aptos" panose="020B0004020202020204" pitchFamily="34" charset="0"/>
                <a:ea typeface="DengXian" panose="02010600030101010101" pitchFamily="2" charset="-122"/>
                <a:cs typeface="Aptos" panose="020B0004020202020204" pitchFamily="34" charset="0"/>
              </a:rPr>
              <a:t>Issues with the maintainability of IPX GUIDs as IP teams are changing them and creating new ones, breaks the current OneBOM flows. C4S/OneBOM Team is working on identify who is the owner of such IPX entries. There is no Governance model today.</a:t>
            </a:r>
          </a:p>
          <a:p>
            <a:pPr marL="1200150" lvl="2" indent="-285750">
              <a:buFont typeface="Arial" panose="020B0604020202020204" pitchFamily="34" charset="0"/>
              <a:buChar char="•"/>
            </a:pPr>
            <a:endParaRPr lang="en-US" dirty="0">
              <a:latin typeface="Aptos" panose="020B0004020202020204" pitchFamily="34" charset="0"/>
              <a:ea typeface="DengXian" panose="02010600030101010101" pitchFamily="2" charset="-122"/>
              <a:cs typeface="Aptos" panose="020B0004020202020204" pitchFamily="34" charset="0"/>
            </a:endParaRPr>
          </a:p>
          <a:p>
            <a:pPr marL="285750" indent="-285750">
              <a:buFont typeface="Wingdings" panose="05000000000000000000" pitchFamily="2" charset="2"/>
              <a:buChar char="q"/>
            </a:pPr>
            <a:r>
              <a:rPr lang="en-US" dirty="0">
                <a:latin typeface="Aptos" panose="020B0004020202020204" pitchFamily="34" charset="0"/>
                <a:ea typeface="DengXian" panose="02010600030101010101" pitchFamily="2" charset="-122"/>
              </a:rPr>
              <a:t>Is there a possibility to have a CBE management owner assigned for OneBOM/SBOM so that Shelly can focus more on technical aspect to speed up the progress and avoid multiple follow up activities? </a:t>
            </a:r>
          </a:p>
          <a:p>
            <a:pPr marL="742950" lvl="1" indent="-285750">
              <a:buFont typeface="Arial" panose="020B0604020202020204" pitchFamily="34" charset="0"/>
              <a:buChar char="•"/>
            </a:pPr>
            <a:r>
              <a:rPr lang="en-US" dirty="0">
                <a:latin typeface="Aptos" panose="020B0004020202020204" pitchFamily="34" charset="0"/>
                <a:ea typeface="DengXian" panose="02010600030101010101" pitchFamily="2" charset="-122"/>
              </a:rPr>
              <a:t>That time can also be used to train more technical people in CBE having OneBOM/SBOM knowledge.</a:t>
            </a:r>
          </a:p>
        </p:txBody>
      </p:sp>
      <p:sp>
        <p:nvSpPr>
          <p:cNvPr id="5" name="Title 1">
            <a:extLst>
              <a:ext uri="{FF2B5EF4-FFF2-40B4-BE49-F238E27FC236}">
                <a16:creationId xmlns:a16="http://schemas.microsoft.com/office/drawing/2014/main" id="{D6C68A13-6D88-4FBB-E2A9-C9EFC0625C31}"/>
              </a:ext>
            </a:extLst>
          </p:cNvPr>
          <p:cNvSpPr txBox="1">
            <a:spLocks/>
          </p:cNvSpPr>
          <p:nvPr/>
        </p:nvSpPr>
        <p:spPr>
          <a:xfrm>
            <a:off x="546346" y="247141"/>
            <a:ext cx="8814470" cy="64008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b="1" dirty="0"/>
              <a:t>Opens/Help Needed</a:t>
            </a:r>
          </a:p>
        </p:txBody>
      </p:sp>
    </p:spTree>
    <p:extLst>
      <p:ext uri="{BB962C8B-B14F-4D97-AF65-F5344CB8AC3E}">
        <p14:creationId xmlns:p14="http://schemas.microsoft.com/office/powerpoint/2010/main" val="210951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6E2EA-0671-B41A-B5F7-5A2799FDA902}"/>
            </a:ext>
          </a:extLst>
        </p:cNvPr>
        <p:cNvGrpSpPr/>
        <p:nvPr/>
      </p:nvGrpSpPr>
      <p:grpSpPr>
        <a:xfrm>
          <a:off x="0" y="0"/>
          <a:ext cx="0" cy="0"/>
          <a:chOff x="0" y="0"/>
          <a:chExt cx="0" cy="0"/>
        </a:xfrm>
      </p:grpSpPr>
    </p:spTree>
    <p:extLst>
      <p:ext uri="{BB962C8B-B14F-4D97-AF65-F5344CB8AC3E}">
        <p14:creationId xmlns:p14="http://schemas.microsoft.com/office/powerpoint/2010/main" val="193537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95A1A-D5CA-08E8-8D3D-6E6C5F0DD4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59B646-A325-E644-8367-A5B48303FB4B}"/>
              </a:ext>
            </a:extLst>
          </p:cNvPr>
          <p:cNvSpPr>
            <a:spLocks noGrp="1"/>
          </p:cNvSpPr>
          <p:nvPr>
            <p:ph type="title"/>
          </p:nvPr>
        </p:nvSpPr>
        <p:spPr>
          <a:xfrm>
            <a:off x="290713" y="81481"/>
            <a:ext cx="11010816" cy="788326"/>
          </a:xfrm>
        </p:spPr>
        <p:txBody>
          <a:bodyPr/>
          <a:lstStyle/>
          <a:p>
            <a:r>
              <a:rPr lang="pt-BR" dirty="0"/>
              <a:t>OneBOM high-level activities status - </a:t>
            </a:r>
            <a:r>
              <a:rPr lang="pt-BR" b="1" dirty="0"/>
              <a:t>PTL</a:t>
            </a:r>
          </a:p>
        </p:txBody>
      </p:sp>
      <p:graphicFrame>
        <p:nvGraphicFramePr>
          <p:cNvPr id="2" name="Table 1">
            <a:extLst>
              <a:ext uri="{FF2B5EF4-FFF2-40B4-BE49-F238E27FC236}">
                <a16:creationId xmlns:a16="http://schemas.microsoft.com/office/drawing/2014/main" id="{7B589625-19C2-1B5D-CBC5-79179459BB14}"/>
              </a:ext>
            </a:extLst>
          </p:cNvPr>
          <p:cNvGraphicFramePr>
            <a:graphicFrameLocks noGrp="1"/>
          </p:cNvGraphicFramePr>
          <p:nvPr>
            <p:extLst>
              <p:ext uri="{D42A27DB-BD31-4B8C-83A1-F6EECF244321}">
                <p14:modId xmlns:p14="http://schemas.microsoft.com/office/powerpoint/2010/main" val="2133631948"/>
              </p:ext>
            </p:extLst>
          </p:nvPr>
        </p:nvGraphicFramePr>
        <p:xfrm>
          <a:off x="290713" y="989125"/>
          <a:ext cx="10831618" cy="5227320"/>
        </p:xfrm>
        <a:graphic>
          <a:graphicData uri="http://schemas.openxmlformats.org/drawingml/2006/table">
            <a:tbl>
              <a:tblPr firstRow="1" bandRow="1">
                <a:tableStyleId>{5A111915-BE36-4E01-A7E5-04B1672EAD32}</a:tableStyleId>
              </a:tblPr>
              <a:tblGrid>
                <a:gridCol w="7118668">
                  <a:extLst>
                    <a:ext uri="{9D8B030D-6E8A-4147-A177-3AD203B41FA5}">
                      <a16:colId xmlns:a16="http://schemas.microsoft.com/office/drawing/2014/main" val="4180186245"/>
                    </a:ext>
                  </a:extLst>
                </a:gridCol>
                <a:gridCol w="1344930">
                  <a:extLst>
                    <a:ext uri="{9D8B030D-6E8A-4147-A177-3AD203B41FA5}">
                      <a16:colId xmlns:a16="http://schemas.microsoft.com/office/drawing/2014/main" val="903476967"/>
                    </a:ext>
                  </a:extLst>
                </a:gridCol>
                <a:gridCol w="2368020">
                  <a:extLst>
                    <a:ext uri="{9D8B030D-6E8A-4147-A177-3AD203B41FA5}">
                      <a16:colId xmlns:a16="http://schemas.microsoft.com/office/drawing/2014/main" val="2148637868"/>
                    </a:ext>
                  </a:extLst>
                </a:gridCol>
              </a:tblGrid>
              <a:tr h="241048">
                <a:tc>
                  <a:txBody>
                    <a:bodyPr/>
                    <a:lstStyle/>
                    <a:p>
                      <a:pPr algn="ctr"/>
                      <a:r>
                        <a:rPr lang="en-US" sz="1400" dirty="0"/>
                        <a:t>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1002144"/>
                  </a:ext>
                </a:extLst>
              </a:tr>
              <a:tr h="241048">
                <a:tc>
                  <a:txBody>
                    <a:bodyPr/>
                    <a:lstStyle/>
                    <a:p>
                      <a:r>
                        <a:rPr lang="en-US" sz="1400" dirty="0"/>
                        <a:t>Review of </a:t>
                      </a:r>
                      <a:r>
                        <a:rPr lang="en-US" sz="1400" b="1" dirty="0"/>
                        <a:t>BIOS</a:t>
                      </a:r>
                      <a:r>
                        <a:rPr lang="en-US" sz="1400" dirty="0"/>
                        <a:t> ingredients from OneBOM perspective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2066552"/>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SPEED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8474599"/>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ingredients hierarchy fix in SPEED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8305574"/>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IPX(IP_GUID)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8673254"/>
                  </a:ext>
                </a:extLst>
              </a:tr>
              <a:tr h="470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ingredients link from SPEED to IPX IP_GUID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WIP</a:t>
                      </a:r>
                    </a:p>
                    <a:p>
                      <a:pPr algn="ctr"/>
                      <a:r>
                        <a:rPr lang="en-US" sz="1400" dirty="0"/>
                        <a:t>(3 pending)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100" dirty="0"/>
                        <a:t>Asha Balraj(PM from the OneBOM team is following up with ingredient owners)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8505284"/>
                  </a:ext>
                </a:extLst>
              </a:tr>
              <a:tr h="3374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Automated script to create IPV_GUID BIOS ingredients entries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100" kern="1200" dirty="0">
                          <a:solidFill>
                            <a:schemeClr val="tx1"/>
                          </a:solidFill>
                          <a:latin typeface="+mn-lt"/>
                          <a:ea typeface="+mn-ea"/>
                          <a:cs typeface="+mn-cs"/>
                        </a:rPr>
                        <a:t>IFWI script used as a base</a:t>
                      </a:r>
                    </a:p>
                    <a:p>
                      <a:r>
                        <a:rPr lang="en-US" sz="1100" kern="1200" dirty="0">
                          <a:solidFill>
                            <a:schemeClr val="tx1"/>
                          </a:solidFill>
                          <a:latin typeface="+mn-lt"/>
                          <a:ea typeface="+mn-ea"/>
                          <a:cs typeface="+mn-cs"/>
                        </a:rPr>
                        <a:t>ETA: WW30’25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8488677"/>
                  </a:ext>
                </a:extLst>
              </a:tr>
              <a:tr h="3374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Deployment of Script for BIOS and ingredients in IPX(IPV_GUID)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100" kern="1200" dirty="0">
                          <a:solidFill>
                            <a:schemeClr val="tx1"/>
                          </a:solidFill>
                          <a:latin typeface="+mn-lt"/>
                          <a:ea typeface="+mn-ea"/>
                          <a:cs typeface="+mn-cs"/>
                        </a:rPr>
                        <a:t>Wiki BKM written by Krishnadas </a:t>
                      </a:r>
                    </a:p>
                    <a:p>
                      <a:r>
                        <a:rPr lang="en-US" sz="1100" kern="1200" dirty="0">
                          <a:solidFill>
                            <a:schemeClr val="tx1"/>
                          </a:solidFill>
                          <a:latin typeface="+mn-lt"/>
                          <a:ea typeface="+mn-ea"/>
                          <a:cs typeface="+mn-cs"/>
                        </a:rPr>
                        <a:t>ETA: WW30’25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4111310"/>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Review of IFWI ingredients from OneBOM perspective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4744701"/>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SPEED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6589681"/>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ingredients hierarchy fix in SPEED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5914643"/>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IPX(IP_GUID)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3669455"/>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ingredients link from SPEED to IPX IP_GUID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6559415"/>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Automated script to create IPV_GUID IFWI ingredients entries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1141128"/>
                  </a:ext>
                </a:extLst>
              </a:tr>
              <a:tr h="393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Deployment of Script for BIOS and ingredients in IPX(IPV_GUID)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100" kern="1200" dirty="0">
                          <a:solidFill>
                            <a:schemeClr val="tx1"/>
                          </a:solidFill>
                          <a:latin typeface="+mn-lt"/>
                          <a:ea typeface="+mn-ea"/>
                          <a:cs typeface="+mn-cs"/>
                        </a:rPr>
                        <a:t>Charla is double checking if it is already being used.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875165"/>
                  </a:ext>
                </a:extLst>
              </a:tr>
            </a:tbl>
          </a:graphicData>
        </a:graphic>
      </p:graphicFrame>
    </p:spTree>
    <p:extLst>
      <p:ext uri="{BB962C8B-B14F-4D97-AF65-F5344CB8AC3E}">
        <p14:creationId xmlns:p14="http://schemas.microsoft.com/office/powerpoint/2010/main" val="2684777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C53D1-7628-BB8C-7D32-0F369CA827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0164B7-B6CD-23C7-77B4-0C278BBA957B}"/>
              </a:ext>
            </a:extLst>
          </p:cNvPr>
          <p:cNvSpPr>
            <a:spLocks noGrp="1"/>
          </p:cNvSpPr>
          <p:nvPr>
            <p:ph type="title"/>
          </p:nvPr>
        </p:nvSpPr>
        <p:spPr>
          <a:xfrm>
            <a:off x="290713" y="0"/>
            <a:ext cx="11010816" cy="788326"/>
          </a:xfrm>
        </p:spPr>
        <p:txBody>
          <a:bodyPr/>
          <a:lstStyle/>
          <a:p>
            <a:r>
              <a:rPr lang="pt-BR" dirty="0"/>
              <a:t>OneBOM high-level activities status - </a:t>
            </a:r>
            <a:r>
              <a:rPr lang="pt-BR" b="1" dirty="0"/>
              <a:t>WCL</a:t>
            </a:r>
          </a:p>
        </p:txBody>
      </p:sp>
      <p:graphicFrame>
        <p:nvGraphicFramePr>
          <p:cNvPr id="2" name="Table 1">
            <a:extLst>
              <a:ext uri="{FF2B5EF4-FFF2-40B4-BE49-F238E27FC236}">
                <a16:creationId xmlns:a16="http://schemas.microsoft.com/office/drawing/2014/main" id="{16578E92-EF66-2E98-CF62-AD8E8F5D0403}"/>
              </a:ext>
            </a:extLst>
          </p:cNvPr>
          <p:cNvGraphicFramePr>
            <a:graphicFrameLocks noGrp="1"/>
          </p:cNvGraphicFramePr>
          <p:nvPr>
            <p:extLst>
              <p:ext uri="{D42A27DB-BD31-4B8C-83A1-F6EECF244321}">
                <p14:modId xmlns:p14="http://schemas.microsoft.com/office/powerpoint/2010/main" val="1538123524"/>
              </p:ext>
            </p:extLst>
          </p:nvPr>
        </p:nvGraphicFramePr>
        <p:xfrm>
          <a:off x="380311" y="792030"/>
          <a:ext cx="11329335" cy="5627936"/>
        </p:xfrm>
        <a:graphic>
          <a:graphicData uri="http://schemas.openxmlformats.org/drawingml/2006/table">
            <a:tbl>
              <a:tblPr firstRow="1" bandRow="1">
                <a:tableStyleId>{5A111915-BE36-4E01-A7E5-04B1672EAD32}</a:tableStyleId>
              </a:tblPr>
              <a:tblGrid>
                <a:gridCol w="7445774">
                  <a:extLst>
                    <a:ext uri="{9D8B030D-6E8A-4147-A177-3AD203B41FA5}">
                      <a16:colId xmlns:a16="http://schemas.microsoft.com/office/drawing/2014/main" val="4180186245"/>
                    </a:ext>
                  </a:extLst>
                </a:gridCol>
                <a:gridCol w="1406730">
                  <a:extLst>
                    <a:ext uri="{9D8B030D-6E8A-4147-A177-3AD203B41FA5}">
                      <a16:colId xmlns:a16="http://schemas.microsoft.com/office/drawing/2014/main" val="903476967"/>
                    </a:ext>
                  </a:extLst>
                </a:gridCol>
                <a:gridCol w="2476831">
                  <a:extLst>
                    <a:ext uri="{9D8B030D-6E8A-4147-A177-3AD203B41FA5}">
                      <a16:colId xmlns:a16="http://schemas.microsoft.com/office/drawing/2014/main" val="2148637868"/>
                    </a:ext>
                  </a:extLst>
                </a:gridCol>
              </a:tblGrid>
              <a:tr h="241048">
                <a:tc>
                  <a:txBody>
                    <a:bodyPr/>
                    <a:lstStyle/>
                    <a:p>
                      <a:pPr algn="ctr"/>
                      <a:r>
                        <a:rPr lang="en-US" sz="1400" dirty="0"/>
                        <a:t>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1002144"/>
                  </a:ext>
                </a:extLst>
              </a:tr>
              <a:tr h="241048">
                <a:tc>
                  <a:txBody>
                    <a:bodyPr/>
                    <a:lstStyle/>
                    <a:p>
                      <a:r>
                        <a:rPr lang="en-US" sz="1400" dirty="0"/>
                        <a:t>Review of </a:t>
                      </a:r>
                      <a:r>
                        <a:rPr lang="en-US" sz="1400" b="1" dirty="0"/>
                        <a:t>BIOS</a:t>
                      </a:r>
                      <a:r>
                        <a:rPr lang="en-US" sz="1400" dirty="0"/>
                        <a:t> ingredients from OneBOM perspective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2066552"/>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BIOS</a:t>
                      </a:r>
                      <a:r>
                        <a:rPr lang="en-US" sz="1400" dirty="0"/>
                        <a:t> SPEED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8474599"/>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ingredients hierarchy fix in </a:t>
                      </a:r>
                      <a:r>
                        <a:rPr lang="en-US" sz="1400" b="1" dirty="0"/>
                        <a:t>SPEED</a:t>
                      </a:r>
                      <a:r>
                        <a:rPr lang="en-US" sz="14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ETA: WW31’25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8305574"/>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IPX(IP_GUID)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100" dirty="0"/>
                        <a:t>ETA: WW30’25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8673254"/>
                  </a:ext>
                </a:extLst>
              </a:tr>
              <a:tr h="470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ingredients link from SPEED to IPX IP_GUID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WIP</a:t>
                      </a:r>
                    </a:p>
                    <a:p>
                      <a:pPr algn="ctr"/>
                      <a:r>
                        <a:rPr lang="en-US" sz="1400" b="1" dirty="0"/>
                        <a:t>(8 pending)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100" dirty="0"/>
                        <a:t>Asha Balraj(PM from the OneBOM team will be following up with ingredient owners)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8505284"/>
                  </a:ext>
                </a:extLst>
              </a:tr>
              <a:tr h="3374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Automated script to create IPV_GUID BIOS ingredients entries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sz="1100" kern="1200" dirty="0">
                          <a:solidFill>
                            <a:schemeClr val="tx1"/>
                          </a:solidFill>
                          <a:latin typeface="+mn-lt"/>
                          <a:ea typeface="+mn-ea"/>
                          <a:cs typeface="+mn-cs"/>
                        </a:rPr>
                        <a:t>Resue PTL 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8488677"/>
                  </a:ext>
                </a:extLst>
              </a:tr>
              <a:tr h="3374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Deployment of Script for BIOS and ingredients in IPX(IPV_GUID)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Not Started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Wait for PTL task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4111310"/>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Review of IFWI ingredients from OneBOM perspective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4744701"/>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SPEED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6589681"/>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ingredients hierarchy fix in SPEED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WIP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(3 pending)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Asha Balraj(PM from the OneBOM team will be following up with ingredient owners)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5914643"/>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IPX(IP_GUID)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Not Started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ETA: WW31’25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3292530"/>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ingredients link from SPEED to IPX IP_GUID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100" kern="1200" dirty="0">
                          <a:solidFill>
                            <a:schemeClr val="tx1"/>
                          </a:solidFill>
                          <a:latin typeface="+mn-lt"/>
                          <a:ea typeface="+mn-ea"/>
                          <a:cs typeface="+mn-cs"/>
                        </a:rPr>
                        <a:t>Links exist but might not be correct. Need to check with OneBOM 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6559415"/>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Automated script to create IPV_GUID IFWI ingredients entries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1141128"/>
                  </a:ext>
                </a:extLst>
              </a:tr>
              <a:tr h="393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Deployment of Script for BIOS and ingredients in IPX(IPV_GUID)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100" kern="1200" dirty="0">
                          <a:solidFill>
                            <a:schemeClr val="tx1"/>
                          </a:solidFill>
                          <a:latin typeface="+mn-lt"/>
                          <a:ea typeface="+mn-ea"/>
                          <a:cs typeface="+mn-cs"/>
                        </a:rPr>
                        <a:t>Charla is double checking if it is already being used.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875165"/>
                  </a:ext>
                </a:extLst>
              </a:tr>
            </a:tbl>
          </a:graphicData>
        </a:graphic>
      </p:graphicFrame>
    </p:spTree>
    <p:extLst>
      <p:ext uri="{BB962C8B-B14F-4D97-AF65-F5344CB8AC3E}">
        <p14:creationId xmlns:p14="http://schemas.microsoft.com/office/powerpoint/2010/main" val="2143642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1711D-F189-2FA8-FFB8-97F0E23790E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D5158D6-D4C8-6AB3-E5FC-BCAE4660DC3F}"/>
              </a:ext>
            </a:extLst>
          </p:cNvPr>
          <p:cNvSpPr>
            <a:spLocks noGrp="1"/>
          </p:cNvSpPr>
          <p:nvPr>
            <p:ph type="title"/>
          </p:nvPr>
        </p:nvSpPr>
        <p:spPr>
          <a:xfrm>
            <a:off x="423878" y="-1787"/>
            <a:ext cx="11306568" cy="788326"/>
          </a:xfrm>
        </p:spPr>
        <p:txBody>
          <a:bodyPr/>
          <a:lstStyle/>
          <a:p>
            <a:r>
              <a:rPr lang="pt-BR" dirty="0"/>
              <a:t>OneBOM high-level activities status – </a:t>
            </a:r>
            <a:r>
              <a:rPr lang="pt-BR" b="1" dirty="0"/>
              <a:t>NVL-Desktop</a:t>
            </a:r>
          </a:p>
        </p:txBody>
      </p:sp>
      <p:graphicFrame>
        <p:nvGraphicFramePr>
          <p:cNvPr id="2" name="Table 1">
            <a:extLst>
              <a:ext uri="{FF2B5EF4-FFF2-40B4-BE49-F238E27FC236}">
                <a16:creationId xmlns:a16="http://schemas.microsoft.com/office/drawing/2014/main" id="{E341C421-054A-6B0B-E505-39B01B43AA24}"/>
              </a:ext>
            </a:extLst>
          </p:cNvPr>
          <p:cNvGraphicFramePr>
            <a:graphicFrameLocks noGrp="1"/>
          </p:cNvGraphicFramePr>
          <p:nvPr>
            <p:extLst>
              <p:ext uri="{D42A27DB-BD31-4B8C-83A1-F6EECF244321}">
                <p14:modId xmlns:p14="http://schemas.microsoft.com/office/powerpoint/2010/main" val="355769015"/>
              </p:ext>
            </p:extLst>
          </p:nvPr>
        </p:nvGraphicFramePr>
        <p:xfrm>
          <a:off x="689825" y="951828"/>
          <a:ext cx="10611704" cy="5229411"/>
        </p:xfrm>
        <a:graphic>
          <a:graphicData uri="http://schemas.openxmlformats.org/drawingml/2006/table">
            <a:tbl>
              <a:tblPr firstRow="1" bandRow="1">
                <a:tableStyleId>{5A111915-BE36-4E01-A7E5-04B1672EAD32}</a:tableStyleId>
              </a:tblPr>
              <a:tblGrid>
                <a:gridCol w="6728143">
                  <a:extLst>
                    <a:ext uri="{9D8B030D-6E8A-4147-A177-3AD203B41FA5}">
                      <a16:colId xmlns:a16="http://schemas.microsoft.com/office/drawing/2014/main" val="4180186245"/>
                    </a:ext>
                  </a:extLst>
                </a:gridCol>
                <a:gridCol w="1406730">
                  <a:extLst>
                    <a:ext uri="{9D8B030D-6E8A-4147-A177-3AD203B41FA5}">
                      <a16:colId xmlns:a16="http://schemas.microsoft.com/office/drawing/2014/main" val="903476967"/>
                    </a:ext>
                  </a:extLst>
                </a:gridCol>
                <a:gridCol w="2476831">
                  <a:extLst>
                    <a:ext uri="{9D8B030D-6E8A-4147-A177-3AD203B41FA5}">
                      <a16:colId xmlns:a16="http://schemas.microsoft.com/office/drawing/2014/main" val="2148637868"/>
                    </a:ext>
                  </a:extLst>
                </a:gridCol>
              </a:tblGrid>
              <a:tr h="241048">
                <a:tc>
                  <a:txBody>
                    <a:bodyPr/>
                    <a:lstStyle/>
                    <a:p>
                      <a:pPr algn="ctr"/>
                      <a:r>
                        <a:rPr lang="en-US" sz="1400" dirty="0"/>
                        <a:t>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1002144"/>
                  </a:ext>
                </a:extLst>
              </a:tr>
              <a:tr h="241048">
                <a:tc>
                  <a:txBody>
                    <a:bodyPr/>
                    <a:lstStyle/>
                    <a:p>
                      <a:r>
                        <a:rPr lang="en-US" sz="1400" dirty="0"/>
                        <a:t>Review of </a:t>
                      </a:r>
                      <a:r>
                        <a:rPr lang="en-US" sz="1400" b="1" dirty="0"/>
                        <a:t>BIOS</a:t>
                      </a:r>
                      <a:r>
                        <a:rPr lang="en-US" sz="1400" dirty="0"/>
                        <a:t> ingredients from OneBOM perspective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ETA: WW34’25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2066552"/>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BIOS</a:t>
                      </a:r>
                      <a:r>
                        <a:rPr lang="en-US" sz="1400" dirty="0"/>
                        <a:t> SPEED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8474599"/>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ingredients hierarchy fix in </a:t>
                      </a:r>
                      <a:r>
                        <a:rPr lang="en-US" sz="1400" b="1" dirty="0"/>
                        <a:t>SPEED</a:t>
                      </a:r>
                      <a:r>
                        <a:rPr lang="en-US" sz="14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ETA: WW34’25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8305574"/>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IPX(IP_GUID)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8673254"/>
                  </a:ext>
                </a:extLst>
              </a:tr>
              <a:tr h="470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ingredients link from SPEED to IPX IP_GUID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Not Started</a:t>
                      </a:r>
                    </a:p>
                    <a:p>
                      <a:pPr algn="ctr"/>
                      <a:endParaRPr lang="en-US" sz="1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8505284"/>
                  </a:ext>
                </a:extLst>
              </a:tr>
              <a:tr h="3374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Automated script to create IPV_GUID BIOS ingredients entries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100" kern="1200" dirty="0">
                          <a:solidFill>
                            <a:schemeClr val="tx1"/>
                          </a:solidFill>
                          <a:latin typeface="+mn-lt"/>
                          <a:ea typeface="+mn-ea"/>
                          <a:cs typeface="+mn-cs"/>
                        </a:rPr>
                        <a:t>Resue PTL 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8488677"/>
                  </a:ext>
                </a:extLst>
              </a:tr>
              <a:tr h="3374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Deployment of Script for BIOS and ingredients in IPX(IPV_GUID)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Not Started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Wait for PTL task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4111310"/>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Review of IFWI ingredients from OneBOM perspective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100" kern="1200" dirty="0">
                          <a:solidFill>
                            <a:schemeClr val="tx1"/>
                          </a:solidFill>
                          <a:latin typeface="+mn-lt"/>
                          <a:ea typeface="+mn-ea"/>
                          <a:cs typeface="+mn-cs"/>
                        </a:rPr>
                        <a:t>Discussion with Ajay 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474470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SPEED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100" kern="1200" dirty="0">
                          <a:solidFill>
                            <a:schemeClr val="tx1"/>
                          </a:solidFill>
                          <a:latin typeface="+mn-lt"/>
                          <a:ea typeface="+mn-ea"/>
                          <a:cs typeface="+mn-cs"/>
                        </a:rPr>
                        <a:t>Multiple redundant entries exist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6589681"/>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ingredients hierarchy fix in SPEED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Review is in progress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5914643"/>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IPX(IP_GUID)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ETA: WW31’25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3292530"/>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ingredients link from SPEED to IPX IP_GUID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1100" kern="1200" dirty="0">
                          <a:solidFill>
                            <a:schemeClr val="tx1"/>
                          </a:solidFill>
                          <a:latin typeface="+mn-lt"/>
                          <a:ea typeface="+mn-ea"/>
                          <a:cs typeface="+mn-cs"/>
                        </a:rPr>
                        <a:t>Links exist but might not be correct. Need to check with OneBOM 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6559415"/>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Automated script to create IPV_GUID IFWI ingredients entries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1100" kern="1200" dirty="0">
                          <a:solidFill>
                            <a:schemeClr val="tx1"/>
                          </a:solidFill>
                          <a:latin typeface="+mn-lt"/>
                          <a:ea typeface="+mn-ea"/>
                          <a:cs typeface="+mn-cs"/>
                        </a:rPr>
                        <a:t>PTL work should 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1141128"/>
                  </a:ext>
                </a:extLst>
              </a:tr>
              <a:tr h="393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Deployment of Script for BIOS and ingredients in IPX(IPV_GUID)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Not Started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875165"/>
                  </a:ext>
                </a:extLst>
              </a:tr>
            </a:tbl>
          </a:graphicData>
        </a:graphic>
      </p:graphicFrame>
    </p:spTree>
    <p:extLst>
      <p:ext uri="{BB962C8B-B14F-4D97-AF65-F5344CB8AC3E}">
        <p14:creationId xmlns:p14="http://schemas.microsoft.com/office/powerpoint/2010/main" val="3424582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F7606-88F2-D9C4-282C-860181D7754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F9A843-3300-9C0E-4317-B6A3132CDD50}"/>
              </a:ext>
            </a:extLst>
          </p:cNvPr>
          <p:cNvSpPr>
            <a:spLocks noGrp="1"/>
          </p:cNvSpPr>
          <p:nvPr>
            <p:ph type="title"/>
          </p:nvPr>
        </p:nvSpPr>
        <p:spPr>
          <a:xfrm>
            <a:off x="290713" y="0"/>
            <a:ext cx="11010816" cy="788326"/>
          </a:xfrm>
        </p:spPr>
        <p:txBody>
          <a:bodyPr/>
          <a:lstStyle/>
          <a:p>
            <a:r>
              <a:rPr lang="pt-BR" dirty="0"/>
              <a:t>OneBOM high-level activities status – </a:t>
            </a:r>
            <a:r>
              <a:rPr lang="pt-BR" b="1" dirty="0"/>
              <a:t>NVL-Mobile</a:t>
            </a:r>
          </a:p>
        </p:txBody>
      </p:sp>
      <p:graphicFrame>
        <p:nvGraphicFramePr>
          <p:cNvPr id="2" name="Table 1">
            <a:extLst>
              <a:ext uri="{FF2B5EF4-FFF2-40B4-BE49-F238E27FC236}">
                <a16:creationId xmlns:a16="http://schemas.microsoft.com/office/drawing/2014/main" id="{2F48AFF6-2B4C-00D4-433C-D4FACE28D9ED}"/>
              </a:ext>
            </a:extLst>
          </p:cNvPr>
          <p:cNvGraphicFramePr>
            <a:graphicFrameLocks noGrp="1"/>
          </p:cNvGraphicFramePr>
          <p:nvPr>
            <p:extLst>
              <p:ext uri="{D42A27DB-BD31-4B8C-83A1-F6EECF244321}">
                <p14:modId xmlns:p14="http://schemas.microsoft.com/office/powerpoint/2010/main" val="2571234367"/>
              </p:ext>
            </p:extLst>
          </p:nvPr>
        </p:nvGraphicFramePr>
        <p:xfrm>
          <a:off x="380311" y="818157"/>
          <a:ext cx="11329335" cy="4891735"/>
        </p:xfrm>
        <a:graphic>
          <a:graphicData uri="http://schemas.openxmlformats.org/drawingml/2006/table">
            <a:tbl>
              <a:tblPr firstRow="1" bandRow="1">
                <a:tableStyleId>{5A111915-BE36-4E01-A7E5-04B1672EAD32}</a:tableStyleId>
              </a:tblPr>
              <a:tblGrid>
                <a:gridCol w="7445774">
                  <a:extLst>
                    <a:ext uri="{9D8B030D-6E8A-4147-A177-3AD203B41FA5}">
                      <a16:colId xmlns:a16="http://schemas.microsoft.com/office/drawing/2014/main" val="4180186245"/>
                    </a:ext>
                  </a:extLst>
                </a:gridCol>
                <a:gridCol w="1406730">
                  <a:extLst>
                    <a:ext uri="{9D8B030D-6E8A-4147-A177-3AD203B41FA5}">
                      <a16:colId xmlns:a16="http://schemas.microsoft.com/office/drawing/2014/main" val="903476967"/>
                    </a:ext>
                  </a:extLst>
                </a:gridCol>
                <a:gridCol w="2476831">
                  <a:extLst>
                    <a:ext uri="{9D8B030D-6E8A-4147-A177-3AD203B41FA5}">
                      <a16:colId xmlns:a16="http://schemas.microsoft.com/office/drawing/2014/main" val="2148637868"/>
                    </a:ext>
                  </a:extLst>
                </a:gridCol>
              </a:tblGrid>
              <a:tr h="241048">
                <a:tc>
                  <a:txBody>
                    <a:bodyPr/>
                    <a:lstStyle/>
                    <a:p>
                      <a:pPr algn="ctr"/>
                      <a:r>
                        <a:rPr lang="en-US" sz="1400" dirty="0"/>
                        <a:t>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1002144"/>
                  </a:ext>
                </a:extLst>
              </a:tr>
              <a:tr h="241048">
                <a:tc>
                  <a:txBody>
                    <a:bodyPr/>
                    <a:lstStyle/>
                    <a:p>
                      <a:r>
                        <a:rPr lang="en-US" sz="1400" dirty="0"/>
                        <a:t>Review of </a:t>
                      </a:r>
                      <a:r>
                        <a:rPr lang="en-US" sz="1400" b="1" dirty="0"/>
                        <a:t>BIOS</a:t>
                      </a:r>
                      <a:r>
                        <a:rPr lang="en-US" sz="1400" dirty="0"/>
                        <a:t> ingredients from OneBOM perspective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mn-lt"/>
                          <a:ea typeface="+mn-ea"/>
                          <a:cs typeface="+mn-cs"/>
                        </a:rPr>
                        <a:t>ETA: WW34’25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2066552"/>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BIOS</a:t>
                      </a:r>
                      <a:r>
                        <a:rPr lang="en-US" sz="1400" dirty="0"/>
                        <a:t> SPEED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WIP</a:t>
                      </a:r>
                      <a:endParaRPr lang="en-US" sz="14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mn-lt"/>
                          <a:ea typeface="+mn-ea"/>
                          <a:cs typeface="+mn-cs"/>
                        </a:rPr>
                        <a:t>ETA: WW34’25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8474599"/>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ingredients hierarchy fix in </a:t>
                      </a:r>
                      <a:r>
                        <a:rPr lang="en-US" sz="1400" b="1" dirty="0"/>
                        <a:t>SPEED</a:t>
                      </a:r>
                      <a:r>
                        <a:rPr lang="en-US" sz="14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kern="1200" dirty="0">
                          <a:solidFill>
                            <a:schemeClr val="tx1"/>
                          </a:solidFill>
                          <a:latin typeface="+mn-lt"/>
                          <a:ea typeface="+mn-ea"/>
                          <a:cs typeface="+mn-cs"/>
                        </a:rPr>
                        <a:t>Not started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8305574"/>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IPX(IP_GUID)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kern="1200" dirty="0">
                          <a:solidFill>
                            <a:schemeClr val="tx1"/>
                          </a:solidFill>
                          <a:latin typeface="+mn-lt"/>
                          <a:ea typeface="+mn-ea"/>
                          <a:cs typeface="+mn-cs"/>
                        </a:rPr>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8673254"/>
                  </a:ext>
                </a:extLst>
              </a:tr>
              <a:tr h="470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BIOS ingredients link from SPEED to IPX IP_GUID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n-lt"/>
                          <a:ea typeface="+mn-ea"/>
                          <a:cs typeface="+mn-cs"/>
                        </a:rPr>
                        <a:t>Not started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8505284"/>
                  </a:ext>
                </a:extLst>
              </a:tr>
              <a:tr h="3374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Automated script to create IPV_GUID BIOS ingredients entries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400" kern="1200" dirty="0">
                          <a:solidFill>
                            <a:schemeClr val="tx1"/>
                          </a:solidFill>
                          <a:latin typeface="+mn-lt"/>
                          <a:ea typeface="+mn-ea"/>
                          <a:cs typeface="+mn-cs"/>
                        </a:rPr>
                        <a:t>Resue PTL 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8488677"/>
                  </a:ext>
                </a:extLst>
              </a:tr>
              <a:tr h="3374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Deployment of Script for BIOS and ingredients in IPX(IPV_GUID)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Not Started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kern="1200" dirty="0">
                          <a:solidFill>
                            <a:schemeClr val="tx1"/>
                          </a:solidFill>
                          <a:latin typeface="+mn-lt"/>
                          <a:ea typeface="+mn-ea"/>
                          <a:cs typeface="+mn-cs"/>
                        </a:rPr>
                        <a:t>Wait for PTL task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4111310"/>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Review of IFWI ingredients from OneBOM perspective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en-US" sz="1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4744701"/>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SPEED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WIP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400" kern="1200" dirty="0">
                          <a:solidFill>
                            <a:schemeClr val="tx1"/>
                          </a:solidFill>
                          <a:latin typeface="+mn-lt"/>
                          <a:ea typeface="+mn-ea"/>
                          <a:cs typeface="+mn-cs"/>
                        </a:rPr>
                        <a:t>Cleanup required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6589681"/>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ingredients hierarchy fix in SPEED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Not Started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5914643"/>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IPX(IP_GUID) entry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n-lt"/>
                          <a:ea typeface="+mn-ea"/>
                          <a:cs typeface="+mn-cs"/>
                        </a:rPr>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3292530"/>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IFWI ingredients link from SPEED to IPX IP_GUID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n-lt"/>
                          <a:ea typeface="+mn-ea"/>
                          <a:cs typeface="+mn-cs"/>
                        </a:rPr>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11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6559415"/>
                  </a:ext>
                </a:extLst>
              </a:tr>
              <a:tr h="241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Automated script to create IPV_GUID IFWI ingredients entries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1100" kern="1200" dirty="0">
                          <a:solidFill>
                            <a:schemeClr val="tx1"/>
                          </a:solidFill>
                          <a:latin typeface="+mn-lt"/>
                          <a:ea typeface="+mn-ea"/>
                          <a:cs typeface="+mn-cs"/>
                        </a:rPr>
                        <a:t>PTL work should 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1141128"/>
                  </a:ext>
                </a:extLst>
              </a:tr>
              <a:tr h="393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Deployment of Script for BIOS and ingredients in IPX(IPV_GUID) – per release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t>Not Started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875165"/>
                  </a:ext>
                </a:extLst>
              </a:tr>
            </a:tbl>
          </a:graphicData>
        </a:graphic>
      </p:graphicFrame>
    </p:spTree>
    <p:extLst>
      <p:ext uri="{BB962C8B-B14F-4D97-AF65-F5344CB8AC3E}">
        <p14:creationId xmlns:p14="http://schemas.microsoft.com/office/powerpoint/2010/main" val="142482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1BD363B-8C2C-33E1-EA5E-7CD6F2F95C5F}"/>
              </a:ext>
            </a:extLst>
          </p:cNvPr>
          <p:cNvSpPr txBox="1"/>
          <p:nvPr/>
        </p:nvSpPr>
        <p:spPr>
          <a:xfrm>
            <a:off x="179771" y="1237586"/>
            <a:ext cx="10972138"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Project’s BIOS Dev Manager or delegate files a JIRA request to create new values for release*/processor fields in the </a:t>
            </a:r>
            <a:r>
              <a:rPr lang="en-US" i="1" dirty="0" err="1"/>
              <a:t>central_firmware</a:t>
            </a:r>
            <a:r>
              <a:rPr lang="en-US" i="1" dirty="0"/>
              <a:t> tenant of HSD-ES.</a:t>
            </a:r>
          </a:p>
        </p:txBody>
      </p:sp>
      <p:sp>
        <p:nvSpPr>
          <p:cNvPr id="11" name="TextBox 10">
            <a:extLst>
              <a:ext uri="{FF2B5EF4-FFF2-40B4-BE49-F238E27FC236}">
                <a16:creationId xmlns:a16="http://schemas.microsoft.com/office/drawing/2014/main" id="{42B2FFD9-DF83-0C3D-FE6A-978DF443E596}"/>
              </a:ext>
            </a:extLst>
          </p:cNvPr>
          <p:cNvSpPr txBox="1"/>
          <p:nvPr/>
        </p:nvSpPr>
        <p:spPr>
          <a:xfrm>
            <a:off x="179772" y="2597240"/>
            <a:ext cx="10972137"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BIOS Architect includes the BIOS ingredient information in the initial version of the platform FAS(all Segments), including the info if customer release required for these ingredients</a:t>
            </a:r>
          </a:p>
        </p:txBody>
      </p:sp>
      <p:sp>
        <p:nvSpPr>
          <p:cNvPr id="4" name="TextBox 3">
            <a:extLst>
              <a:ext uri="{FF2B5EF4-FFF2-40B4-BE49-F238E27FC236}">
                <a16:creationId xmlns:a16="http://schemas.microsoft.com/office/drawing/2014/main" id="{C0D8CADB-BF19-4959-219C-AC5ECCB3B373}"/>
              </a:ext>
            </a:extLst>
          </p:cNvPr>
          <p:cNvSpPr txBox="1"/>
          <p:nvPr/>
        </p:nvSpPr>
        <p:spPr>
          <a:xfrm>
            <a:off x="179771" y="3356319"/>
            <a:ext cx="10972138"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BIOS Dev lead creates the BIOS ingredients  hierarchy in SPEED</a:t>
            </a:r>
          </a:p>
          <a:p>
            <a:r>
              <a:rPr lang="en-US" b="1" i="1" dirty="0"/>
              <a:t>Pre-requisite </a:t>
            </a:r>
            <a:r>
              <a:rPr lang="en-US" b="1" i="1" dirty="0">
                <a:sym typeface="Wingdings" panose="05000000000000000000" pitchFamily="2" charset="2"/>
              </a:rPr>
              <a:t></a:t>
            </a:r>
            <a:r>
              <a:rPr lang="en-US" b="1" i="1" dirty="0"/>
              <a:t> : All BIOS ingredient owners should have created their own SPEED entries.</a:t>
            </a:r>
            <a:endParaRPr lang="en-US" i="1" dirty="0"/>
          </a:p>
        </p:txBody>
      </p:sp>
      <p:sp>
        <p:nvSpPr>
          <p:cNvPr id="6" name="TextBox 5">
            <a:extLst>
              <a:ext uri="{FF2B5EF4-FFF2-40B4-BE49-F238E27FC236}">
                <a16:creationId xmlns:a16="http://schemas.microsoft.com/office/drawing/2014/main" id="{BA547FC9-3612-186C-5A22-FC92F849645E}"/>
              </a:ext>
            </a:extLst>
          </p:cNvPr>
          <p:cNvSpPr txBox="1"/>
          <p:nvPr/>
        </p:nvSpPr>
        <p:spPr>
          <a:xfrm>
            <a:off x="179772" y="2027632"/>
            <a:ext cx="10972137"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After Approval, CBE HSD-ES support team(x-FST-FIA team) creates the initial </a:t>
            </a:r>
            <a:r>
              <a:rPr lang="en-US" b="1" i="1" dirty="0"/>
              <a:t>BIOS </a:t>
            </a:r>
            <a:r>
              <a:rPr lang="en-US" i="1" dirty="0"/>
              <a:t>entry in </a:t>
            </a:r>
            <a:r>
              <a:rPr lang="en-US" b="1" i="1" dirty="0"/>
              <a:t>SPEED</a:t>
            </a:r>
          </a:p>
        </p:txBody>
      </p:sp>
      <p:sp>
        <p:nvSpPr>
          <p:cNvPr id="7" name="Rectangle 6">
            <a:extLst>
              <a:ext uri="{FF2B5EF4-FFF2-40B4-BE49-F238E27FC236}">
                <a16:creationId xmlns:a16="http://schemas.microsoft.com/office/drawing/2014/main" id="{1CFA315A-B125-5354-CA0C-6DD7AB09ABB1}"/>
              </a:ext>
            </a:extLst>
          </p:cNvPr>
          <p:cNvSpPr/>
          <p:nvPr/>
        </p:nvSpPr>
        <p:spPr>
          <a:xfrm>
            <a:off x="0" y="73544"/>
            <a:ext cx="11670024" cy="523220"/>
          </a:xfrm>
          <a:prstGeom prst="rect">
            <a:avLst/>
          </a:prstGeom>
          <a:noFill/>
        </p:spPr>
        <p:txBody>
          <a:bodyPr wrap="squar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BIOS OneBOM process Proposal</a:t>
            </a:r>
          </a:p>
        </p:txBody>
      </p:sp>
      <p:sp>
        <p:nvSpPr>
          <p:cNvPr id="10" name="TextBox 9">
            <a:extLst>
              <a:ext uri="{FF2B5EF4-FFF2-40B4-BE49-F238E27FC236}">
                <a16:creationId xmlns:a16="http://schemas.microsoft.com/office/drawing/2014/main" id="{F0968F66-B384-B614-0098-C57B42D99110}"/>
              </a:ext>
            </a:extLst>
          </p:cNvPr>
          <p:cNvSpPr txBox="1"/>
          <p:nvPr/>
        </p:nvSpPr>
        <p:spPr>
          <a:xfrm>
            <a:off x="211148" y="4149859"/>
            <a:ext cx="1097213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BIOS Dev lead create BIOS IP_GUID entries in IPX  with </a:t>
            </a:r>
            <a:r>
              <a:rPr lang="en-US" dirty="0"/>
              <a:t>DM type = URLDM and DM type = </a:t>
            </a:r>
            <a:r>
              <a:rPr lang="en-US" dirty="0" err="1"/>
              <a:t>gitcdm</a:t>
            </a:r>
            <a:endParaRPr lang="en-US" b="1" i="1" dirty="0"/>
          </a:p>
        </p:txBody>
      </p:sp>
      <p:sp>
        <p:nvSpPr>
          <p:cNvPr id="12" name="TextBox 11">
            <a:extLst>
              <a:ext uri="{FF2B5EF4-FFF2-40B4-BE49-F238E27FC236}">
                <a16:creationId xmlns:a16="http://schemas.microsoft.com/office/drawing/2014/main" id="{B196F1F6-B358-266F-D10F-7021D0946B7F}"/>
              </a:ext>
            </a:extLst>
          </p:cNvPr>
          <p:cNvSpPr txBox="1"/>
          <p:nvPr/>
        </p:nvSpPr>
        <p:spPr>
          <a:xfrm>
            <a:off x="211149" y="4717593"/>
            <a:ext cx="1097213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BIOS Dev lead Connect SPEED BIOS entry to IPX BIOS entry through </a:t>
            </a:r>
            <a:r>
              <a:rPr lang="en-US" u="sng" dirty="0">
                <a:hlinkClick r:id="rId3"/>
              </a:rPr>
              <a:t>memorialization tool</a:t>
            </a:r>
            <a:endParaRPr lang="en-US" sz="2400" dirty="0">
              <a:latin typeface="Calibri" panose="020F0502020204030204" pitchFamily="34" charset="0"/>
            </a:endParaRPr>
          </a:p>
        </p:txBody>
      </p:sp>
      <p:sp>
        <p:nvSpPr>
          <p:cNvPr id="13" name="TextBox 12">
            <a:extLst>
              <a:ext uri="{FF2B5EF4-FFF2-40B4-BE49-F238E27FC236}">
                <a16:creationId xmlns:a16="http://schemas.microsoft.com/office/drawing/2014/main" id="{5B66919F-6CBA-D44E-0D1B-528DFD009C62}"/>
              </a:ext>
            </a:extLst>
          </p:cNvPr>
          <p:cNvSpPr txBox="1"/>
          <p:nvPr/>
        </p:nvSpPr>
        <p:spPr>
          <a:xfrm>
            <a:off x="195459" y="5299200"/>
            <a:ext cx="10987825"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BIOS Dev lead ensures that BIOS release information .</a:t>
            </a:r>
            <a:r>
              <a:rPr lang="en-US" i="1" dirty="0" err="1"/>
              <a:t>json</a:t>
            </a:r>
            <a:r>
              <a:rPr lang="en-US" i="1" dirty="0"/>
              <a:t> file[&lt;project&gt;_</a:t>
            </a:r>
            <a:r>
              <a:rPr lang="en-US" i="1" dirty="0" err="1"/>
              <a:t>BIOS_xxxx_xx.json</a:t>
            </a:r>
            <a:r>
              <a:rPr lang="en-US" i="1" dirty="0"/>
              <a:t>) entries are aligned with BIOS and other BIOS ingredient entries</a:t>
            </a:r>
            <a:endParaRPr lang="en-US" b="1" i="1" dirty="0"/>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F845752-FE91-DB8D-A76D-767A7CA9F39A}"/>
                  </a:ext>
                </a:extLst>
              </p14:cNvPr>
              <p14:cNvContentPartPr/>
              <p14:nvPr/>
            </p14:nvContentPartPr>
            <p14:xfrm>
              <a:off x="2602998" y="1231538"/>
              <a:ext cx="360" cy="360"/>
            </p14:xfrm>
          </p:contentPart>
        </mc:Choice>
        <mc:Fallback xmlns="">
          <p:pic>
            <p:nvPicPr>
              <p:cNvPr id="2" name="Ink 1">
                <a:extLst>
                  <a:ext uri="{FF2B5EF4-FFF2-40B4-BE49-F238E27FC236}">
                    <a16:creationId xmlns:a16="http://schemas.microsoft.com/office/drawing/2014/main" id="{5F845752-FE91-DB8D-A76D-767A7CA9F39A}"/>
                  </a:ext>
                </a:extLst>
              </p:cNvPr>
              <p:cNvPicPr/>
              <p:nvPr/>
            </p:nvPicPr>
            <p:blipFill>
              <a:blip r:embed="rId5"/>
              <a:stretch>
                <a:fillRect/>
              </a:stretch>
            </p:blipFill>
            <p:spPr>
              <a:xfrm>
                <a:off x="2594358" y="1222898"/>
                <a:ext cx="18000" cy="18000"/>
              </a:xfrm>
              <a:prstGeom prst="rect">
                <a:avLst/>
              </a:prstGeom>
            </p:spPr>
          </p:pic>
        </mc:Fallback>
      </mc:AlternateContent>
      <p:sp>
        <p:nvSpPr>
          <p:cNvPr id="14" name="TextBox 13">
            <a:extLst>
              <a:ext uri="{FF2B5EF4-FFF2-40B4-BE49-F238E27FC236}">
                <a16:creationId xmlns:a16="http://schemas.microsoft.com/office/drawing/2014/main" id="{02503D8B-B129-8A15-5F1D-F9CD12CE77A6}"/>
              </a:ext>
            </a:extLst>
          </p:cNvPr>
          <p:cNvSpPr txBox="1"/>
          <p:nvPr/>
        </p:nvSpPr>
        <p:spPr>
          <a:xfrm>
            <a:off x="1802877" y="501001"/>
            <a:ext cx="8198602" cy="369332"/>
          </a:xfrm>
          <a:prstGeom prst="rect">
            <a:avLst/>
          </a:prstGeom>
          <a:noFill/>
        </p:spPr>
        <p:txBody>
          <a:bodyPr wrap="square">
            <a:spAutoFit/>
          </a:bodyPr>
          <a:lstStyle/>
          <a:p>
            <a:pPr algn="ctr"/>
            <a:r>
              <a:rPr lang="en-US" sz="1800" b="0" cap="none" spc="0" dirty="0">
                <a:ln w="0"/>
                <a:solidFill>
                  <a:schemeClr val="tx1"/>
                </a:solidFill>
                <a:effectLst>
                  <a:outerShdw blurRad="38100" dist="19050" dir="2700000" algn="tl" rotWithShape="0">
                    <a:schemeClr val="dk1">
                      <a:alpha val="40000"/>
                    </a:schemeClr>
                  </a:outerShdw>
                </a:effectLst>
              </a:rPr>
              <a:t>One-time activity</a:t>
            </a:r>
            <a:r>
              <a:rPr lang="en-US" sz="1800" dirty="0">
                <a:ln w="0"/>
                <a:effectLst>
                  <a:outerShdw blurRad="38100" dist="19050" dir="2700000" algn="tl" rotWithShape="0">
                    <a:schemeClr val="dk1">
                      <a:alpha val="40000"/>
                    </a:schemeClr>
                  </a:outerShdw>
                </a:effectLst>
              </a:rPr>
              <a:t> or </a:t>
            </a:r>
            <a:r>
              <a:rPr lang="en-US" sz="1800" b="0" cap="none" spc="0" dirty="0">
                <a:ln w="0"/>
                <a:solidFill>
                  <a:schemeClr val="tx1"/>
                </a:solidFill>
                <a:effectLst>
                  <a:outerShdw blurRad="38100" dist="19050" dir="2700000" algn="tl" rotWithShape="0">
                    <a:schemeClr val="dk1">
                      <a:alpha val="40000"/>
                    </a:schemeClr>
                  </a:outerShdw>
                </a:effectLst>
              </a:rPr>
              <a:t>CCB triggered flow for ingredient update for a project</a:t>
            </a:r>
          </a:p>
        </p:txBody>
      </p:sp>
    </p:spTree>
    <p:extLst>
      <p:ext uri="{BB962C8B-B14F-4D97-AF65-F5344CB8AC3E}">
        <p14:creationId xmlns:p14="http://schemas.microsoft.com/office/powerpoint/2010/main" val="1579333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E522B-FD9F-053D-8A97-7459C246904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BD75375-C60A-66FB-901C-64B772442556}"/>
              </a:ext>
            </a:extLst>
          </p:cNvPr>
          <p:cNvSpPr txBox="1"/>
          <p:nvPr/>
        </p:nvSpPr>
        <p:spPr>
          <a:xfrm>
            <a:off x="421715" y="3978036"/>
            <a:ext cx="11270349"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BIOS is uploaded to OWR by BIOS Val Lead along with metadata files. </a:t>
            </a:r>
          </a:p>
        </p:txBody>
      </p:sp>
      <p:sp>
        <p:nvSpPr>
          <p:cNvPr id="5" name="TextBox 4">
            <a:extLst>
              <a:ext uri="{FF2B5EF4-FFF2-40B4-BE49-F238E27FC236}">
                <a16:creationId xmlns:a16="http://schemas.microsoft.com/office/drawing/2014/main" id="{6656C975-74A3-C5B3-4256-96B176077A97}"/>
              </a:ext>
            </a:extLst>
          </p:cNvPr>
          <p:cNvSpPr txBox="1"/>
          <p:nvPr/>
        </p:nvSpPr>
        <p:spPr>
          <a:xfrm>
            <a:off x="421714" y="1885287"/>
            <a:ext cx="1124831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BIOS label is released by BIOS development team for Validation with .</a:t>
            </a:r>
            <a:r>
              <a:rPr lang="en-US" i="1" dirty="0" err="1"/>
              <a:t>json</a:t>
            </a:r>
            <a:r>
              <a:rPr lang="en-US" i="1" dirty="0"/>
              <a:t> in artifactory</a:t>
            </a:r>
          </a:p>
        </p:txBody>
      </p:sp>
      <p:sp>
        <p:nvSpPr>
          <p:cNvPr id="6" name="TextBox 5">
            <a:extLst>
              <a:ext uri="{FF2B5EF4-FFF2-40B4-BE49-F238E27FC236}">
                <a16:creationId xmlns:a16="http://schemas.microsoft.com/office/drawing/2014/main" id="{BC47C77D-F5F1-9461-AFCE-D589E90837EF}"/>
              </a:ext>
            </a:extLst>
          </p:cNvPr>
          <p:cNvSpPr txBox="1"/>
          <p:nvPr/>
        </p:nvSpPr>
        <p:spPr>
          <a:xfrm>
            <a:off x="421714" y="2510633"/>
            <a:ext cx="1124831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BIOS Validation is Passed</a:t>
            </a:r>
          </a:p>
        </p:txBody>
      </p:sp>
      <p:sp>
        <p:nvSpPr>
          <p:cNvPr id="10" name="TextBox 9">
            <a:extLst>
              <a:ext uri="{FF2B5EF4-FFF2-40B4-BE49-F238E27FC236}">
                <a16:creationId xmlns:a16="http://schemas.microsoft.com/office/drawing/2014/main" id="{9B8C026B-7690-5BE4-C334-53DF1DA010B6}"/>
              </a:ext>
            </a:extLst>
          </p:cNvPr>
          <p:cNvSpPr txBox="1"/>
          <p:nvPr/>
        </p:nvSpPr>
        <p:spPr>
          <a:xfrm>
            <a:off x="421715" y="1313171"/>
            <a:ext cx="1124831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BIOS ingredient integrator(dev) update the .</a:t>
            </a:r>
            <a:r>
              <a:rPr lang="en-US" i="1" dirty="0" err="1"/>
              <a:t>json</a:t>
            </a:r>
            <a:r>
              <a:rPr lang="en-US" i="1" dirty="0"/>
              <a:t> file with version,  artifactory link as part of Pull request</a:t>
            </a:r>
            <a:endParaRPr lang="en-US" b="1" i="1" dirty="0"/>
          </a:p>
        </p:txBody>
      </p:sp>
      <p:sp>
        <p:nvSpPr>
          <p:cNvPr id="11" name="TextBox 10">
            <a:extLst>
              <a:ext uri="{FF2B5EF4-FFF2-40B4-BE49-F238E27FC236}">
                <a16:creationId xmlns:a16="http://schemas.microsoft.com/office/drawing/2014/main" id="{30F7E80F-3C96-9E22-6B5A-6DFA3BAA0291}"/>
              </a:ext>
            </a:extLst>
          </p:cNvPr>
          <p:cNvSpPr txBox="1"/>
          <p:nvPr/>
        </p:nvSpPr>
        <p:spPr>
          <a:xfrm>
            <a:off x="421714" y="3090722"/>
            <a:ext cx="1124831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BIOS and BIOS ingredients IPV_GUID is created using the </a:t>
            </a:r>
            <a:r>
              <a:rPr lang="en-US" i="1" dirty="0" err="1"/>
              <a:t>oneBOM</a:t>
            </a:r>
            <a:r>
              <a:rPr lang="en-US" i="1" dirty="0"/>
              <a:t> hierarchy creation script. </a:t>
            </a:r>
          </a:p>
          <a:p>
            <a:r>
              <a:rPr lang="en-US" i="1" dirty="0"/>
              <a:t>	BIOS ingredients IPV_GUID is created  only if they don’t exist</a:t>
            </a:r>
          </a:p>
        </p:txBody>
      </p:sp>
      <p:sp>
        <p:nvSpPr>
          <p:cNvPr id="12" name="TextBox 11">
            <a:extLst>
              <a:ext uri="{FF2B5EF4-FFF2-40B4-BE49-F238E27FC236}">
                <a16:creationId xmlns:a16="http://schemas.microsoft.com/office/drawing/2014/main" id="{4C4C3474-37AA-478D-1402-CBB0F891A6C9}"/>
              </a:ext>
            </a:extLst>
          </p:cNvPr>
          <p:cNvSpPr txBox="1"/>
          <p:nvPr/>
        </p:nvSpPr>
        <p:spPr>
          <a:xfrm>
            <a:off x="4267157" y="5699993"/>
            <a:ext cx="7308119" cy="553998"/>
          </a:xfrm>
          <a:prstGeom prst="rect">
            <a:avLst/>
          </a:prstGeom>
          <a:noFill/>
        </p:spPr>
        <p:txBody>
          <a:bodyPr wrap="square" lIns="137160" tIns="137160" rIns="137160" bIns="137160" rtlCol="0">
            <a:spAutoFit/>
          </a:bodyPr>
          <a:lstStyle/>
          <a:p>
            <a:r>
              <a:rPr lang="en-US" dirty="0">
                <a:hlinkClick r:id="rId3"/>
              </a:rPr>
              <a:t>BIOS &amp; Payload Release through OWR &amp; OneBOM Requirements</a:t>
            </a:r>
            <a:endParaRPr lang="en-US" dirty="0"/>
          </a:p>
        </p:txBody>
      </p:sp>
      <p:sp>
        <p:nvSpPr>
          <p:cNvPr id="14" name="TextBox 13">
            <a:extLst>
              <a:ext uri="{FF2B5EF4-FFF2-40B4-BE49-F238E27FC236}">
                <a16:creationId xmlns:a16="http://schemas.microsoft.com/office/drawing/2014/main" id="{059C0A50-0269-EDA1-165C-BF5EED3EBEDB}"/>
              </a:ext>
            </a:extLst>
          </p:cNvPr>
          <p:cNvSpPr txBox="1"/>
          <p:nvPr/>
        </p:nvSpPr>
        <p:spPr>
          <a:xfrm>
            <a:off x="5396668" y="6069325"/>
            <a:ext cx="6178608" cy="369332"/>
          </a:xfrm>
          <a:prstGeom prst="rect">
            <a:avLst/>
          </a:prstGeom>
          <a:noFill/>
        </p:spPr>
        <p:txBody>
          <a:bodyPr wrap="square">
            <a:spAutoFit/>
          </a:bodyPr>
          <a:lstStyle/>
          <a:p>
            <a:r>
              <a:rPr lang="en-US" dirty="0"/>
              <a:t>Created by Prakashan, Krishnadas Veliyathuparambil</a:t>
            </a:r>
          </a:p>
        </p:txBody>
      </p:sp>
      <p:sp>
        <p:nvSpPr>
          <p:cNvPr id="17" name="Rectangle 16">
            <a:extLst>
              <a:ext uri="{FF2B5EF4-FFF2-40B4-BE49-F238E27FC236}">
                <a16:creationId xmlns:a16="http://schemas.microsoft.com/office/drawing/2014/main" id="{C5DB27F4-7354-ACB1-83AF-12B209B59FE4}"/>
              </a:ext>
            </a:extLst>
          </p:cNvPr>
          <p:cNvSpPr/>
          <p:nvPr/>
        </p:nvSpPr>
        <p:spPr>
          <a:xfrm>
            <a:off x="0" y="73544"/>
            <a:ext cx="11670024" cy="523220"/>
          </a:xfrm>
          <a:prstGeom prst="rect">
            <a:avLst/>
          </a:prstGeom>
          <a:noFill/>
        </p:spPr>
        <p:txBody>
          <a:bodyPr wrap="squar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BIOS OneBOM process Proposal</a:t>
            </a:r>
          </a:p>
        </p:txBody>
      </p:sp>
      <p:sp>
        <p:nvSpPr>
          <p:cNvPr id="18" name="TextBox 17">
            <a:extLst>
              <a:ext uri="{FF2B5EF4-FFF2-40B4-BE49-F238E27FC236}">
                <a16:creationId xmlns:a16="http://schemas.microsoft.com/office/drawing/2014/main" id="{02C4F5BB-40ED-1CE6-D78A-B678D3798378}"/>
              </a:ext>
            </a:extLst>
          </p:cNvPr>
          <p:cNvSpPr txBox="1"/>
          <p:nvPr/>
        </p:nvSpPr>
        <p:spPr>
          <a:xfrm>
            <a:off x="1802877" y="501001"/>
            <a:ext cx="8198602" cy="369332"/>
          </a:xfrm>
          <a:prstGeom prst="rect">
            <a:avLst/>
          </a:prstGeom>
          <a:noFill/>
        </p:spPr>
        <p:txBody>
          <a:bodyPr wrap="square">
            <a:spAutoFit/>
          </a:bodyPr>
          <a:lstStyle/>
          <a:p>
            <a:pPr algn="ctr"/>
            <a:r>
              <a:rPr lang="en-US" sz="1800" b="0" cap="none" spc="0" dirty="0">
                <a:ln w="0"/>
                <a:solidFill>
                  <a:schemeClr val="tx1"/>
                </a:solidFill>
                <a:effectLst>
                  <a:outerShdw blurRad="38100" dist="19050" dir="2700000" algn="tl" rotWithShape="0">
                    <a:schemeClr val="dk1">
                      <a:alpha val="40000"/>
                    </a:schemeClr>
                  </a:outerShdw>
                </a:effectLst>
              </a:rPr>
              <a:t>Per release activity</a:t>
            </a:r>
          </a:p>
        </p:txBody>
      </p:sp>
    </p:spTree>
    <p:extLst>
      <p:ext uri="{BB962C8B-B14F-4D97-AF65-F5344CB8AC3E}">
        <p14:creationId xmlns:p14="http://schemas.microsoft.com/office/powerpoint/2010/main" val="1095832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9866A-43CF-1C22-B484-4E61A40EF92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10A6D74-D27D-6875-3AF7-DAE9AB0D714F}"/>
              </a:ext>
            </a:extLst>
          </p:cNvPr>
          <p:cNvSpPr txBox="1"/>
          <p:nvPr/>
        </p:nvSpPr>
        <p:spPr>
          <a:xfrm>
            <a:off x="238311" y="1273014"/>
            <a:ext cx="11379946"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Project’s IFWI Manager or delegate files a JIRA request to create new values for release* fields in the central_firmware tenant of HSD-ES.</a:t>
            </a:r>
          </a:p>
        </p:txBody>
      </p:sp>
      <p:sp>
        <p:nvSpPr>
          <p:cNvPr id="11" name="TextBox 10">
            <a:extLst>
              <a:ext uri="{FF2B5EF4-FFF2-40B4-BE49-F238E27FC236}">
                <a16:creationId xmlns:a16="http://schemas.microsoft.com/office/drawing/2014/main" id="{2F804104-EF0D-0570-8B44-E1ECDDFA83C3}"/>
              </a:ext>
            </a:extLst>
          </p:cNvPr>
          <p:cNvSpPr txBox="1"/>
          <p:nvPr/>
        </p:nvSpPr>
        <p:spPr>
          <a:xfrm>
            <a:off x="269687" y="2773492"/>
            <a:ext cx="11317195"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IFWI Architect/lead Includes the IFWI ingredient information in the initial version of IFWI Validation Strategy (all Segments), including in the information the customer release required for these ingredients</a:t>
            </a:r>
          </a:p>
        </p:txBody>
      </p:sp>
      <p:sp>
        <p:nvSpPr>
          <p:cNvPr id="4" name="TextBox 3">
            <a:extLst>
              <a:ext uri="{FF2B5EF4-FFF2-40B4-BE49-F238E27FC236}">
                <a16:creationId xmlns:a16="http://schemas.microsoft.com/office/drawing/2014/main" id="{D44A8647-3459-39A6-2E54-A86481BA6C96}"/>
              </a:ext>
            </a:extLst>
          </p:cNvPr>
          <p:cNvSpPr txBox="1"/>
          <p:nvPr/>
        </p:nvSpPr>
        <p:spPr>
          <a:xfrm>
            <a:off x="238311" y="3637838"/>
            <a:ext cx="11348571"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IFWI Lead updates the IFWI BOM in speed</a:t>
            </a:r>
          </a:p>
          <a:p>
            <a:r>
              <a:rPr lang="en-US" i="1" dirty="0"/>
              <a:t> ( Create and updates IFWI ingredients SPEED entries in sync with IFWI ingredient owners)</a:t>
            </a:r>
          </a:p>
          <a:p>
            <a:r>
              <a:rPr lang="en-US" b="1" i="1" dirty="0"/>
              <a:t> </a:t>
            </a:r>
            <a:r>
              <a:rPr lang="en-US" b="1" i="1" dirty="0">
                <a:sym typeface="Wingdings" panose="05000000000000000000" pitchFamily="2" charset="2"/>
              </a:rPr>
              <a:t> </a:t>
            </a:r>
            <a:r>
              <a:rPr lang="en-US" b="1" i="1" dirty="0"/>
              <a:t>Ideally, IFWI ingredient owners should create their own SPEED entries.</a:t>
            </a:r>
          </a:p>
        </p:txBody>
      </p:sp>
      <p:sp>
        <p:nvSpPr>
          <p:cNvPr id="6" name="TextBox 5">
            <a:extLst>
              <a:ext uri="{FF2B5EF4-FFF2-40B4-BE49-F238E27FC236}">
                <a16:creationId xmlns:a16="http://schemas.microsoft.com/office/drawing/2014/main" id="{AD02910F-974B-62AC-D48A-16FE71CDBAEC}"/>
              </a:ext>
            </a:extLst>
          </p:cNvPr>
          <p:cNvSpPr txBox="1"/>
          <p:nvPr/>
        </p:nvSpPr>
        <p:spPr>
          <a:xfrm>
            <a:off x="238311" y="2148444"/>
            <a:ext cx="11348571"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After Approval, CBE HSD-ES support team(x-FST-FIA team) creates IFWI entry in SPEED</a:t>
            </a:r>
          </a:p>
        </p:txBody>
      </p:sp>
      <p:sp>
        <p:nvSpPr>
          <p:cNvPr id="2" name="TextBox 1">
            <a:extLst>
              <a:ext uri="{FF2B5EF4-FFF2-40B4-BE49-F238E27FC236}">
                <a16:creationId xmlns:a16="http://schemas.microsoft.com/office/drawing/2014/main" id="{AB160D63-427A-6181-B618-EFC3BE579EE5}"/>
              </a:ext>
            </a:extLst>
          </p:cNvPr>
          <p:cNvSpPr txBox="1"/>
          <p:nvPr/>
        </p:nvSpPr>
        <p:spPr>
          <a:xfrm>
            <a:off x="238311" y="4753990"/>
            <a:ext cx="1137994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IFWI Lead create IFWI IP_GUID entry in IPX with </a:t>
            </a:r>
            <a:r>
              <a:rPr lang="en-US" dirty="0"/>
              <a:t>DM type = URLDM and DM type = </a:t>
            </a:r>
            <a:r>
              <a:rPr lang="en-US" dirty="0" err="1"/>
              <a:t>gitcdm</a:t>
            </a:r>
            <a:r>
              <a:rPr lang="en-US" i="1" dirty="0"/>
              <a:t> </a:t>
            </a:r>
            <a:endParaRPr lang="en-US" b="1" i="1" dirty="0"/>
          </a:p>
        </p:txBody>
      </p:sp>
      <p:sp>
        <p:nvSpPr>
          <p:cNvPr id="3" name="TextBox 2">
            <a:extLst>
              <a:ext uri="{FF2B5EF4-FFF2-40B4-BE49-F238E27FC236}">
                <a16:creationId xmlns:a16="http://schemas.microsoft.com/office/drawing/2014/main" id="{8CFFA2C6-3124-6681-797F-8D6C790DD8DB}"/>
              </a:ext>
            </a:extLst>
          </p:cNvPr>
          <p:cNvSpPr txBox="1"/>
          <p:nvPr/>
        </p:nvSpPr>
        <p:spPr>
          <a:xfrm>
            <a:off x="238311" y="5311898"/>
            <a:ext cx="11348571"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Connect SPEED IFWI Entry to IPX IFWI entry through </a:t>
            </a:r>
            <a:r>
              <a:rPr lang="en-US" u="sng" dirty="0">
                <a:hlinkClick r:id="rId2"/>
              </a:rPr>
              <a:t>memorialization tool</a:t>
            </a:r>
            <a:endParaRPr lang="en-US" b="1" i="1" dirty="0"/>
          </a:p>
        </p:txBody>
      </p:sp>
      <p:sp>
        <p:nvSpPr>
          <p:cNvPr id="8" name="Rectangle 7">
            <a:extLst>
              <a:ext uri="{FF2B5EF4-FFF2-40B4-BE49-F238E27FC236}">
                <a16:creationId xmlns:a16="http://schemas.microsoft.com/office/drawing/2014/main" id="{28725500-1AAB-6E90-9DA4-4F072C892BB0}"/>
              </a:ext>
            </a:extLst>
          </p:cNvPr>
          <p:cNvSpPr/>
          <p:nvPr/>
        </p:nvSpPr>
        <p:spPr>
          <a:xfrm>
            <a:off x="0" y="73544"/>
            <a:ext cx="11670024" cy="523220"/>
          </a:xfrm>
          <a:prstGeom prst="rect">
            <a:avLst/>
          </a:prstGeom>
          <a:noFill/>
        </p:spPr>
        <p:txBody>
          <a:bodyPr wrap="squar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IFWI OneBOM process Proposal</a:t>
            </a:r>
          </a:p>
        </p:txBody>
      </p:sp>
      <p:sp>
        <p:nvSpPr>
          <p:cNvPr id="10" name="TextBox 9">
            <a:extLst>
              <a:ext uri="{FF2B5EF4-FFF2-40B4-BE49-F238E27FC236}">
                <a16:creationId xmlns:a16="http://schemas.microsoft.com/office/drawing/2014/main" id="{7CA839D2-202F-AF21-8C9C-9E1CCD18BE97}"/>
              </a:ext>
            </a:extLst>
          </p:cNvPr>
          <p:cNvSpPr txBox="1"/>
          <p:nvPr/>
        </p:nvSpPr>
        <p:spPr>
          <a:xfrm>
            <a:off x="1802877" y="501001"/>
            <a:ext cx="8198602" cy="369332"/>
          </a:xfrm>
          <a:prstGeom prst="rect">
            <a:avLst/>
          </a:prstGeom>
          <a:noFill/>
        </p:spPr>
        <p:txBody>
          <a:bodyPr wrap="square">
            <a:spAutoFit/>
          </a:bodyPr>
          <a:lstStyle/>
          <a:p>
            <a:pPr algn="ctr"/>
            <a:r>
              <a:rPr lang="en-US" sz="1800" b="0" cap="none" spc="0" dirty="0">
                <a:ln w="0"/>
                <a:solidFill>
                  <a:schemeClr val="tx1"/>
                </a:solidFill>
                <a:effectLst>
                  <a:outerShdw blurRad="38100" dist="19050" dir="2700000" algn="tl" rotWithShape="0">
                    <a:schemeClr val="dk1">
                      <a:alpha val="40000"/>
                    </a:schemeClr>
                  </a:outerShdw>
                </a:effectLst>
              </a:rPr>
              <a:t>One-time activity</a:t>
            </a:r>
            <a:r>
              <a:rPr lang="en-US" sz="1800" dirty="0">
                <a:ln w="0"/>
                <a:effectLst>
                  <a:outerShdw blurRad="38100" dist="19050" dir="2700000" algn="tl" rotWithShape="0">
                    <a:schemeClr val="dk1">
                      <a:alpha val="40000"/>
                    </a:schemeClr>
                  </a:outerShdw>
                </a:effectLst>
              </a:rPr>
              <a:t> or </a:t>
            </a:r>
            <a:r>
              <a:rPr lang="en-US" sz="1800" b="0" cap="none" spc="0" dirty="0">
                <a:ln w="0"/>
                <a:solidFill>
                  <a:schemeClr val="tx1"/>
                </a:solidFill>
                <a:effectLst>
                  <a:outerShdw blurRad="38100" dist="19050" dir="2700000" algn="tl" rotWithShape="0">
                    <a:schemeClr val="dk1">
                      <a:alpha val="40000"/>
                    </a:schemeClr>
                  </a:outerShdw>
                </a:effectLst>
              </a:rPr>
              <a:t>CCB triggered flow for ingredient update for a project</a:t>
            </a:r>
          </a:p>
        </p:txBody>
      </p:sp>
      <p:sp>
        <p:nvSpPr>
          <p:cNvPr id="12" name="TextBox 11">
            <a:extLst>
              <a:ext uri="{FF2B5EF4-FFF2-40B4-BE49-F238E27FC236}">
                <a16:creationId xmlns:a16="http://schemas.microsoft.com/office/drawing/2014/main" id="{26E3E238-883B-B0DE-8E1D-C59E3C6D0B54}"/>
              </a:ext>
            </a:extLst>
          </p:cNvPr>
          <p:cNvSpPr txBox="1"/>
          <p:nvPr/>
        </p:nvSpPr>
        <p:spPr>
          <a:xfrm>
            <a:off x="238311" y="5813215"/>
            <a:ext cx="11348571"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IFWI lead updates IFWI ingredients information(IPX IP_GUID) in FIV Portal</a:t>
            </a:r>
            <a:endParaRPr lang="en-US" b="1" i="1" dirty="0"/>
          </a:p>
        </p:txBody>
      </p:sp>
    </p:spTree>
    <p:extLst>
      <p:ext uri="{BB962C8B-B14F-4D97-AF65-F5344CB8AC3E}">
        <p14:creationId xmlns:p14="http://schemas.microsoft.com/office/powerpoint/2010/main" val="3883185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FDA21-7E30-6020-ECCD-8615240F97B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50A8B17-8086-C460-DEEC-4374B08CEBC3}"/>
              </a:ext>
            </a:extLst>
          </p:cNvPr>
          <p:cNvSpPr/>
          <p:nvPr/>
        </p:nvSpPr>
        <p:spPr>
          <a:xfrm>
            <a:off x="0" y="73544"/>
            <a:ext cx="11670024" cy="523220"/>
          </a:xfrm>
          <a:prstGeom prst="rect">
            <a:avLst/>
          </a:prstGeom>
          <a:noFill/>
        </p:spPr>
        <p:txBody>
          <a:bodyPr wrap="squar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IFWI OneBOM process Proposal</a:t>
            </a:r>
          </a:p>
        </p:txBody>
      </p:sp>
      <p:sp>
        <p:nvSpPr>
          <p:cNvPr id="4" name="TextBox 3">
            <a:extLst>
              <a:ext uri="{FF2B5EF4-FFF2-40B4-BE49-F238E27FC236}">
                <a16:creationId xmlns:a16="http://schemas.microsoft.com/office/drawing/2014/main" id="{CD468E18-B36B-CFE8-C15A-2A85D7ED0657}"/>
              </a:ext>
            </a:extLst>
          </p:cNvPr>
          <p:cNvSpPr txBox="1"/>
          <p:nvPr/>
        </p:nvSpPr>
        <p:spPr>
          <a:xfrm>
            <a:off x="1802877" y="501001"/>
            <a:ext cx="8198602" cy="369332"/>
          </a:xfrm>
          <a:prstGeom prst="rect">
            <a:avLst/>
          </a:prstGeom>
          <a:noFill/>
        </p:spPr>
        <p:txBody>
          <a:bodyPr wrap="square">
            <a:spAutoFit/>
          </a:bodyPr>
          <a:lstStyle/>
          <a:p>
            <a:pPr algn="ctr"/>
            <a:r>
              <a:rPr lang="en-US" sz="1800" b="0" cap="none" spc="0" dirty="0">
                <a:ln w="0"/>
                <a:solidFill>
                  <a:schemeClr val="tx1"/>
                </a:solidFill>
                <a:effectLst>
                  <a:outerShdw blurRad="38100" dist="19050" dir="2700000" algn="tl" rotWithShape="0">
                    <a:schemeClr val="dk1">
                      <a:alpha val="40000"/>
                    </a:schemeClr>
                  </a:outerShdw>
                </a:effectLst>
              </a:rPr>
              <a:t>Per release activity</a:t>
            </a:r>
          </a:p>
        </p:txBody>
      </p:sp>
      <p:sp>
        <p:nvSpPr>
          <p:cNvPr id="5" name="TextBox 4">
            <a:extLst>
              <a:ext uri="{FF2B5EF4-FFF2-40B4-BE49-F238E27FC236}">
                <a16:creationId xmlns:a16="http://schemas.microsoft.com/office/drawing/2014/main" id="{5042838C-B543-9294-9960-461BD5A0A7E6}"/>
              </a:ext>
            </a:extLst>
          </p:cNvPr>
          <p:cNvSpPr txBox="1"/>
          <p:nvPr/>
        </p:nvSpPr>
        <p:spPr>
          <a:xfrm>
            <a:off x="421714" y="1291466"/>
            <a:ext cx="1124831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IFWI Validation is Passed</a:t>
            </a:r>
          </a:p>
        </p:txBody>
      </p:sp>
      <p:sp>
        <p:nvSpPr>
          <p:cNvPr id="6" name="TextBox 5">
            <a:extLst>
              <a:ext uri="{FF2B5EF4-FFF2-40B4-BE49-F238E27FC236}">
                <a16:creationId xmlns:a16="http://schemas.microsoft.com/office/drawing/2014/main" id="{878CF415-A149-8DFA-4135-E4AD9800C684}"/>
              </a:ext>
            </a:extLst>
          </p:cNvPr>
          <p:cNvSpPr txBox="1"/>
          <p:nvPr/>
        </p:nvSpPr>
        <p:spPr>
          <a:xfrm>
            <a:off x="421716" y="2776681"/>
            <a:ext cx="11270349"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IFWI is uploaded to OWR by IFWI Val Lead along with metadata files. </a:t>
            </a:r>
          </a:p>
        </p:txBody>
      </p:sp>
      <p:sp>
        <p:nvSpPr>
          <p:cNvPr id="8" name="TextBox 7">
            <a:extLst>
              <a:ext uri="{FF2B5EF4-FFF2-40B4-BE49-F238E27FC236}">
                <a16:creationId xmlns:a16="http://schemas.microsoft.com/office/drawing/2014/main" id="{2A9F57DE-1E04-5E52-C40F-50DEC619E76B}"/>
              </a:ext>
            </a:extLst>
          </p:cNvPr>
          <p:cNvSpPr txBox="1"/>
          <p:nvPr/>
        </p:nvSpPr>
        <p:spPr>
          <a:xfrm>
            <a:off x="421715" y="1889367"/>
            <a:ext cx="1124831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i="1" dirty="0"/>
              <a:t>IFWI and IFWI ingredients IPV_GUID is created using the </a:t>
            </a:r>
            <a:r>
              <a:rPr lang="en-US" i="1" dirty="0" err="1"/>
              <a:t>oneBOM</a:t>
            </a:r>
            <a:r>
              <a:rPr lang="en-US" i="1" dirty="0"/>
              <a:t> hierarchy creation script. </a:t>
            </a:r>
          </a:p>
          <a:p>
            <a:r>
              <a:rPr lang="en-US" i="1" dirty="0"/>
              <a:t>	IFWI ingredients IPV_GUID is created  only if they don’t exist already</a:t>
            </a:r>
          </a:p>
        </p:txBody>
      </p:sp>
    </p:spTree>
    <p:extLst>
      <p:ext uri="{BB962C8B-B14F-4D97-AF65-F5344CB8AC3E}">
        <p14:creationId xmlns:p14="http://schemas.microsoft.com/office/powerpoint/2010/main" val="38428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9210E-9BD7-446C-D5A8-DD241A695BD2}"/>
              </a:ext>
            </a:extLst>
          </p:cNvPr>
          <p:cNvSpPr>
            <a:spLocks noGrp="1"/>
          </p:cNvSpPr>
          <p:nvPr>
            <p:ph type="title"/>
          </p:nvPr>
        </p:nvSpPr>
        <p:spPr/>
        <p:txBody>
          <a:bodyPr/>
          <a:lstStyle/>
          <a:p>
            <a:r>
              <a:rPr lang="en-US" dirty="0"/>
              <a:t>Final Goal of the Process</a:t>
            </a:r>
          </a:p>
        </p:txBody>
      </p:sp>
      <p:pic>
        <p:nvPicPr>
          <p:cNvPr id="3" name="Content Placeholder 3" descr="A diagram of a diagram&#10;&#10;Description automatically generated">
            <a:extLst>
              <a:ext uri="{FF2B5EF4-FFF2-40B4-BE49-F238E27FC236}">
                <a16:creationId xmlns:a16="http://schemas.microsoft.com/office/drawing/2014/main" id="{871BF7FA-08E7-4BAF-4F1F-46CDF5CBC645}"/>
              </a:ext>
            </a:extLst>
          </p:cNvPr>
          <p:cNvPicPr>
            <a:picLocks noChangeAspect="1"/>
          </p:cNvPicPr>
          <p:nvPr/>
        </p:nvPicPr>
        <p:blipFill>
          <a:blip r:embed="rId2"/>
          <a:stretch>
            <a:fillRect/>
          </a:stretch>
        </p:blipFill>
        <p:spPr>
          <a:xfrm>
            <a:off x="1030287" y="1673225"/>
            <a:ext cx="10093325" cy="4575175"/>
          </a:xfrm>
          <a:prstGeom prst="rect">
            <a:avLst/>
          </a:prstGeom>
        </p:spPr>
      </p:pic>
      <p:sp>
        <p:nvSpPr>
          <p:cNvPr id="4" name="TextBox 3">
            <a:extLst>
              <a:ext uri="{FF2B5EF4-FFF2-40B4-BE49-F238E27FC236}">
                <a16:creationId xmlns:a16="http://schemas.microsoft.com/office/drawing/2014/main" id="{4BD37883-C246-FAED-1AA7-5F371D72C377}"/>
              </a:ext>
            </a:extLst>
          </p:cNvPr>
          <p:cNvSpPr txBox="1"/>
          <p:nvPr/>
        </p:nvSpPr>
        <p:spPr>
          <a:xfrm>
            <a:off x="8451669" y="6226629"/>
            <a:ext cx="1811073" cy="553998"/>
          </a:xfrm>
          <a:prstGeom prst="rect">
            <a:avLst/>
          </a:prstGeom>
          <a:noFill/>
        </p:spPr>
        <p:txBody>
          <a:bodyPr wrap="none" lIns="137160" tIns="137160" rIns="137160" bIns="137160" rtlCol="0">
            <a:spAutoFit/>
          </a:bodyPr>
          <a:lstStyle/>
          <a:p>
            <a:pPr algn="l"/>
            <a:r>
              <a:rPr lang="en-US" dirty="0"/>
              <a:t>* Source: C4S</a:t>
            </a:r>
          </a:p>
        </p:txBody>
      </p:sp>
    </p:spTree>
    <p:extLst>
      <p:ext uri="{BB962C8B-B14F-4D97-AF65-F5344CB8AC3E}">
        <p14:creationId xmlns:p14="http://schemas.microsoft.com/office/powerpoint/2010/main" val="3712899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6D8FE-3A1D-D0BA-DFD6-90604666A9F5}"/>
            </a:ext>
          </a:extLst>
        </p:cNvPr>
        <p:cNvGrpSpPr/>
        <p:nvPr/>
      </p:nvGrpSpPr>
      <p:grpSpPr>
        <a:xfrm>
          <a:off x="0" y="0"/>
          <a:ext cx="0" cy="0"/>
          <a:chOff x="0" y="0"/>
          <a:chExt cx="0" cy="0"/>
        </a:xfrm>
      </p:grpSpPr>
    </p:spTree>
    <p:extLst>
      <p:ext uri="{BB962C8B-B14F-4D97-AF65-F5344CB8AC3E}">
        <p14:creationId xmlns:p14="http://schemas.microsoft.com/office/powerpoint/2010/main" val="789538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Intel Spark Light">
  <a:themeElements>
    <a:clrScheme name="Custom 33">
      <a:dk1>
        <a:srgbClr val="000000"/>
      </a:dk1>
      <a:lt1>
        <a:srgbClr val="FFFFFF"/>
      </a:lt1>
      <a:dk2>
        <a:srgbClr val="004A86"/>
      </a:dk2>
      <a:lt2>
        <a:srgbClr val="E9E9E9"/>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
      <a:majorFont>
        <a:latin typeface="IntelOne Display Light"/>
        <a:ea typeface="Helvetica Neue"/>
        <a:cs typeface="Helvetica Neue"/>
      </a:majorFont>
      <a:minorFont>
        <a:latin typeface="IntelOne Text"/>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137160" tIns="137160" rIns="137160" bIns="137160"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37160" tIns="137160" rIns="137160" bIns="137160" rtlCol="0">
        <a:spAutoFit/>
      </a:bodyPr>
      <a:lstStyle>
        <a:defPPr algn="l">
          <a:defRPr dirty="0" err="1" smtClean="0"/>
        </a:defPPr>
      </a:lstStyle>
    </a:txDef>
  </a:objectDefaults>
  <a:extraClrSchemeLst/>
  <a:custClrLst>
    <a:custClr name="Classic Tint 2">
      <a:srgbClr val="76CEFF"/>
    </a:custClr>
    <a:custClr name="Energy Tint 2">
      <a:srgbClr val="B4F0FF"/>
    </a:custClr>
    <a:custClr name="Carbon Tint 2">
      <a:srgbClr val="E9E9E9"/>
    </a:custClr>
    <a:custClr name="Steel Tint 2">
      <a:srgbClr val="B9D6E5"/>
    </a:custClr>
    <a:custClr name="Geode Tint 2">
      <a:srgbClr val="EEC3F7"/>
    </a:custClr>
    <a:custClr name="Moss Tint 2">
      <a:srgbClr val="D7F3A2"/>
    </a:custClr>
    <a:custClr name="Rust Tint 2">
      <a:srgbClr val="FFC599"/>
    </a:custClr>
    <a:custClr name="Cobalt Tint 2">
      <a:srgbClr val="98A1FF"/>
    </a:custClr>
    <a:custClr name="Coral Tint 2">
      <a:srgbClr val="FFB6B9"/>
    </a:custClr>
    <a:custClr name="white">
      <a:srgbClr val="FFFFFF"/>
    </a:custClr>
    <a:custClr name="Classic Tint 1">
      <a:srgbClr val="00A3F6"/>
    </a:custClr>
    <a:custClr name="Energy Tint 1">
      <a:srgbClr val="7BDEFF"/>
    </a:custClr>
    <a:custClr name="Carbon Tint 1">
      <a:srgbClr val="AEAEAE"/>
    </a:custClr>
    <a:custClr name="Steel Tint 1">
      <a:srgbClr val="86B3CA"/>
    </a:custClr>
    <a:custClr name="Geode Tint 1">
      <a:srgbClr val="CC94DA"/>
    </a:custClr>
    <a:custClr name="Moss Tint 1">
      <a:srgbClr val="B1D272"/>
    </a:custClr>
    <a:custClr name="Rust Tint 1">
      <a:srgbClr val="FF8F51"/>
    </a:custClr>
    <a:custClr name="Cobalt Tint 1">
      <a:srgbClr val="5B69FF"/>
    </a:custClr>
    <a:custClr name="Coral Tint 1">
      <a:srgbClr val="FF848A"/>
    </a:custClr>
    <a:custClr name="Daisy Tint 1">
      <a:srgbClr val="FFE17A"/>
    </a:custClr>
    <a:custClr name="Classic">
      <a:srgbClr val="0068B5"/>
    </a:custClr>
    <a:custClr name="Energy">
      <a:srgbClr val="00C7FD"/>
    </a:custClr>
    <a:custClr name="Carbon">
      <a:srgbClr val="808080"/>
    </a:custClr>
    <a:custClr name="Steel">
      <a:srgbClr val="548FAD"/>
    </a:custClr>
    <a:custClr name="Geode">
      <a:srgbClr val="8F5DA2"/>
    </a:custClr>
    <a:custClr name="Moss">
      <a:srgbClr val="8BAE46"/>
    </a:custClr>
    <a:custClr name="Rust">
      <a:srgbClr val="E96115"/>
    </a:custClr>
    <a:custClr name="Cobalt">
      <a:srgbClr val="1E2EB8"/>
    </a:custClr>
    <a:custClr name="Coral">
      <a:srgbClr val="FF5662"/>
    </a:custClr>
    <a:custClr name="Daisy">
      <a:srgbClr val="FEC91B"/>
    </a:custClr>
    <a:custClr name="Classic Shade 1">
      <a:srgbClr val="004A86"/>
    </a:custClr>
    <a:custClr name="Energy Shade 1">
      <a:srgbClr val="0095CA"/>
    </a:custClr>
    <a:custClr name="Carbon Shade 1">
      <a:srgbClr val="525252"/>
    </a:custClr>
    <a:custClr name="Steel Shade 1">
      <a:srgbClr val="41728A"/>
    </a:custClr>
    <a:custClr name="Geode Shade 1">
      <a:srgbClr val="653171"/>
    </a:custClr>
    <a:custClr name="Moss Shade 1">
      <a:srgbClr val="708541"/>
    </a:custClr>
    <a:custClr name="Rust Shade 1">
      <a:srgbClr val="B24501"/>
    </a:custClr>
    <a:custClr name="Cobalt Shade 1">
      <a:srgbClr val="000F8A"/>
    </a:custClr>
    <a:custClr name="Coral Shade 1">
      <a:srgbClr val="C81326"/>
    </a:custClr>
    <a:custClr name="Daisy Shade 1">
      <a:srgbClr val="EDB200"/>
    </a:custClr>
    <a:custClr name="Classic Shade 2">
      <a:srgbClr val="00285A"/>
    </a:custClr>
    <a:custClr name="Energy Shade 2">
      <a:srgbClr val="005B85"/>
    </a:custClr>
    <a:custClr name="Carbon Shade 2">
      <a:srgbClr val="262626"/>
    </a:custClr>
    <a:custClr name="Steel Shade 2">
      <a:srgbClr val="183544"/>
    </a:custClr>
    <a:custClr name="black">
      <a:srgbClr val="000000"/>
    </a:custClr>
    <a:custClr name="Moss Shade 2">
      <a:srgbClr val="515A3D"/>
    </a:custClr>
    <a:custClr name="black">
      <a:srgbClr val="000000"/>
    </a:custClr>
    <a:custClr name="Cobalt Shade 2">
      <a:srgbClr val="000864"/>
    </a:custClr>
    <a:custClr name="black">
      <a:srgbClr val="000000"/>
    </a:custClr>
    <a:custClr name="Daisy Shade 2">
      <a:srgbClr val="C98F00"/>
    </a:custClr>
  </a:custClrLst>
  <a:extLst>
    <a:ext uri="{05A4C25C-085E-4340-85A3-A5531E510DB2}">
      <thm15:themeFamily xmlns:thm15="http://schemas.microsoft.com/office/thememl/2012/main" name="brand spark template light.pptx" id="{8D3D4F59-A163-4B05-A111-53A75AE06FB4}" vid="{C6C81237-DA65-416A-8301-B44510077278}"/>
    </a:ext>
  </a:extLst>
</a:theme>
</file>

<file path=ppt/theme/theme2.xml><?xml version="1.0" encoding="utf-8"?>
<a:theme xmlns:a="http://schemas.openxmlformats.org/drawingml/2006/main" name="Office Theme">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C5967B1E29274CA6A143F9D247F5D2" ma:contentTypeVersion="8" ma:contentTypeDescription="Create a new document." ma:contentTypeScope="" ma:versionID="185d67b313ead5f4f1011e7a9c32d774">
  <xsd:schema xmlns:xsd="http://www.w3.org/2001/XMLSchema" xmlns:xs="http://www.w3.org/2001/XMLSchema" xmlns:p="http://schemas.microsoft.com/office/2006/metadata/properties" xmlns:ns2="9d0ad4f0-f6c6-4618-80e3-c8c887f74e95" targetNamespace="http://schemas.microsoft.com/office/2006/metadata/properties" ma:root="true" ma:fieldsID="800355c0bc707dcd0185d1e6e6cf06c6" ns2:_="">
    <xsd:import namespace="9d0ad4f0-f6c6-4618-80e3-c8c887f74e9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0ad4f0-f6c6-4618-80e3-c8c887f74e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B87B9AE-D33C-468F-9E6B-281C9FE82DF0}">
  <ds:schemaRefs>
    <ds:schemaRef ds:uri="9d0ad4f0-f6c6-4618-80e3-c8c887f74e95"/>
    <ds:schemaRef ds:uri="http://schemas.openxmlformats.org/package/2006/metadata/core-properties"/>
    <ds:schemaRef ds:uri="http://schemas.microsoft.com/office/2006/documentManagement/types"/>
    <ds:schemaRef ds:uri="http://purl.org/dc/dcmitype/"/>
    <ds:schemaRef ds:uri="http://purl.org/dc/elements/1.1/"/>
    <ds:schemaRef ds:uri="http://www.w3.org/XML/1998/namespace"/>
    <ds:schemaRef ds:uri="http://schemas.microsoft.com/office/infopath/2007/PartnerControl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0D2C3A3C-576F-4FC6-816E-4EF5F321DBE0}">
  <ds:schemaRefs>
    <ds:schemaRef ds:uri="http://schemas.microsoft.com/sharepoint/v3/contenttype/forms"/>
  </ds:schemaRefs>
</ds:datastoreItem>
</file>

<file path=customXml/itemProps3.xml><?xml version="1.0" encoding="utf-8"?>
<ds:datastoreItem xmlns:ds="http://schemas.openxmlformats.org/officeDocument/2006/customXml" ds:itemID="{1E456161-134E-471F-8911-4FB5D301EE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0ad4f0-f6c6-4618-80e3-c8c887f74e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emplate>Intel Brand Spark Light</Template>
  <TotalTime>2149</TotalTime>
  <Words>2699</Words>
  <Application>Microsoft Office PowerPoint</Application>
  <PresentationFormat>Widescreen</PresentationFormat>
  <Paragraphs>369</Paragraphs>
  <Slides>23</Slides>
  <Notes>13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Intel Spark Light</vt:lpstr>
      <vt:lpstr>OneBOM and SBOM Update</vt:lpstr>
      <vt:lpstr>Acknowledgement</vt:lpstr>
      <vt:lpstr>Agenda</vt:lpstr>
      <vt:lpstr>What is BOM?</vt:lpstr>
      <vt:lpstr>What is OneBOM?</vt:lpstr>
      <vt:lpstr>What is SBOM?</vt:lpstr>
      <vt:lpstr>How does alignment to OneBOM help?</vt:lpstr>
      <vt:lpstr>How does alignment to SBOM help?</vt:lpstr>
      <vt:lpstr>How are OneBOM and SBOM linked?</vt:lpstr>
      <vt:lpstr>Status of OneBOM high-level activities/Proposal for future </vt:lpstr>
      <vt:lpstr>PowerPoint Presentation</vt:lpstr>
      <vt:lpstr>PowerPoint Presentation</vt:lpstr>
      <vt:lpstr>PowerPoint Presentation</vt:lpstr>
      <vt:lpstr>OneBOM high-level activities status - PTL</vt:lpstr>
      <vt:lpstr>OneBOM high-level activities status - WCL</vt:lpstr>
      <vt:lpstr>OneBOM high-level activities status – NVL-Desktop</vt:lpstr>
      <vt:lpstr>OneBOM high-level activities status – NVL-Mobile</vt:lpstr>
      <vt:lpstr>PowerPoint Presentation</vt:lpstr>
      <vt:lpstr>PowerPoint Presentation</vt:lpstr>
      <vt:lpstr>PowerPoint Presentation</vt:lpstr>
      <vt:lpstr>PowerPoint Presentation</vt:lpstr>
      <vt:lpstr>Final Goal of the Process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Kishore, Shelly</dc:creator>
  <cp:lastModifiedBy>Kishore, Shelly</cp:lastModifiedBy>
  <cp:revision>2</cp:revision>
  <dcterms:created xsi:type="dcterms:W3CDTF">2025-07-15T21:17:56Z</dcterms:created>
  <dcterms:modified xsi:type="dcterms:W3CDTF">2025-07-17T20:50:46Z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0x01010079C5967B1E29274CA6A143F9D247F5D2</vt:lpwstr>
  </property>
</Properties>
</file>